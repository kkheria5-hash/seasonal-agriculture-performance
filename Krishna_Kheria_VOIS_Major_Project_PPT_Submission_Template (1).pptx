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11.png" ContentType="image/png"/>
  <Override PartName="/ppt/media/image2.png" ContentType="image/png"/>
  <Override PartName="/ppt/media/image25.png" ContentType="image/png"/>
  <Override PartName="/ppt/media/image24.png" ContentType="image/png"/>
  <Override PartName="/ppt/media/image23.png" ContentType="image/png"/>
  <Override PartName="/ppt/media/image22.png" ContentType="image/png"/>
  <Override PartName="/ppt/media/image1.jpeg" ContentType="image/jpeg"/>
  <Override PartName="/ppt/media/image10.png" ContentType="image/png"/>
  <Override PartName="/ppt/media/image21.png" ContentType="image/png"/>
  <Override PartName="/ppt/media/image19.png" ContentType="image/png"/>
  <Override PartName="/ppt/media/image6.png" ContentType="image/png"/>
  <Override PartName="/ppt/media/image15.png" ContentType="image/png"/>
  <Override PartName="/ppt/media/image5.png" ContentType="image/png"/>
  <Override PartName="/ppt/media/image14.png" ContentType="image/png"/>
  <Override PartName="/ppt/media/image7.png" ContentType="image/png"/>
  <Override PartName="/ppt/media/image16.png" ContentType="image/png"/>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notesSlides/_rels/notesSlide5.xml.rels" ContentType="application/vnd.openxmlformats-package.relationships+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7" r:id="rId11"/>
    <p:sldMasterId id="2147483670" r:id="rId12"/>
    <p:sldMasterId id="2147483674" r:id="rId13"/>
    <p:sldMasterId id="2147483675" r:id="rId14"/>
    <p:sldMasterId id="2147483677" r:id="rId15"/>
    <p:sldMasterId id="2147483678" r:id="rId16"/>
    <p:sldMasterId id="2147483679" r:id="rId17"/>
    <p:sldMasterId id="2147483680" r:id="rId18"/>
    <p:sldMasterId id="2147483681" r:id="rId19"/>
    <p:sldMasterId id="2147483682" r:id="rId20"/>
    <p:sldMasterId id="2147483683" r:id="rId21"/>
    <p:sldMasterId id="2147483684" r:id="rId22"/>
  </p:sldMasterIdLst>
  <p:notesMasterIdLst>
    <p:notesMasterId r:id="rId23"/>
  </p:notes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notesMaster" Target="notesMasters/notesMaster1.xml"/><Relationship Id="rId24" Type="http://schemas.openxmlformats.org/officeDocument/2006/relationships/slide" Target="slides/slide1.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8" Type="http://schemas.openxmlformats.org/officeDocument/2006/relationships/slide" Target="slides/slide15.xml"/><Relationship Id="rId39" Type="http://schemas.openxmlformats.org/officeDocument/2006/relationships/slide" Target="slides/slide16.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22.xml"/><Relationship Id="rId46" Type="http://schemas.openxmlformats.org/officeDocument/2006/relationships/slide" Target="slides/slide23.xml"/><Relationship Id="rId47" Type="http://schemas.openxmlformats.org/officeDocument/2006/relationships/slide" Target="slides/slide24.xml"/><Relationship Id="rId48" Type="http://schemas.openxmlformats.org/officeDocument/2006/relationships/slide" Target="slides/slide25.xml"/><Relationship Id="rId49" Type="http://schemas.openxmlformats.org/officeDocument/2006/relationships/slide" Target="slides/slide26.xml"/><Relationship Id="rId50" Type="http://schemas.openxmlformats.org/officeDocument/2006/relationships/slide" Target="slides/slide27.xml"/><Relationship Id="rId51" Type="http://schemas.openxmlformats.org/officeDocument/2006/relationships/slide" Target="slides/slide28.xml"/><Relationship Id="rId5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0" y="812520"/>
            <a:ext cx="360" cy="360"/>
          </a:xfrm>
          <a:prstGeom prst="rect">
            <a:avLst/>
          </a:prstGeom>
          <a:noFill/>
          <a:ln w="0">
            <a:noFill/>
          </a:ln>
        </p:spPr>
        <p:txBody>
          <a:bodyPr lIns="0" rIns="0" tIns="0" bIns="0" anchor="ctr">
            <a:noAutofit/>
          </a:bodyPr>
          <a:p>
            <a:r>
              <a:rPr b="0" lang="en-US" sz="1800" spc="-1" strike="noStrike">
                <a:solidFill>
                  <a:schemeClr val="dk1"/>
                </a:solidFill>
                <a:latin typeface="Trebuchet MS"/>
              </a:rPr>
              <a:t>Click to move the slide</a:t>
            </a:r>
            <a:endParaRPr b="0" lang="en-US" sz="1800" spc="-1" strike="noStrike">
              <a:solidFill>
                <a:schemeClr val="dk1"/>
              </a:solidFill>
              <a:latin typeface="Trebuchet MS"/>
            </a:endParaRPr>
          </a:p>
        </p:txBody>
      </p:sp>
      <p:sp>
        <p:nvSpPr>
          <p:cNvPr id="47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7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6" name="PlaceHolder 4"/>
          <p:cNvSpPr>
            <a:spLocks noGrp="1"/>
          </p:cNvSpPr>
          <p:nvPr>
            <p:ph type="dt" idx="4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77" name="PlaceHolder 5"/>
          <p:cNvSpPr>
            <a:spLocks noGrp="1"/>
          </p:cNvSpPr>
          <p:nvPr>
            <p:ph type="ftr" idx="5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8" name="PlaceHolder 6"/>
          <p:cNvSpPr>
            <a:spLocks noGrp="1"/>
          </p:cNvSpPr>
          <p:nvPr>
            <p:ph type="sldNum" idx="5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01D350A4-ECB3-4399-803A-BAF07502B33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685800" y="1143000"/>
            <a:ext cx="5486040" cy="3085920"/>
          </a:xfrm>
          <a:prstGeom prst="rect">
            <a:avLst/>
          </a:prstGeom>
          <a:ln w="0">
            <a:noFill/>
          </a:ln>
        </p:spPr>
      </p:sp>
      <p:sp>
        <p:nvSpPr>
          <p:cNvPr id="6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635"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6AFAE35-563D-4186-BA63-2E4E840204D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0"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31"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D10D097-6411-4DCA-8930-4C6B39E72E67}"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and Caption">
    <p:spTree>
      <p:nvGrpSpPr>
        <p:cNvPr id="1" name=""/>
        <p:cNvGrpSpPr/>
        <p:nvPr/>
      </p:nvGrpSpPr>
      <p:grpSpPr>
        <a:xfrm>
          <a:off x="0" y="0"/>
          <a:ext cx="0" cy="0"/>
          <a:chOff x="0" y="0"/>
          <a:chExt cx="0" cy="0"/>
        </a:xfrm>
      </p:grpSpPr>
      <p:sp>
        <p:nvSpPr>
          <p:cNvPr id="51"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52"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3"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58258883-12CD-4D00-B5FA-F83502AB41CB}"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Quote with Caption">
    <p:spTree>
      <p:nvGrpSpPr>
        <p:cNvPr id="1" name=""/>
        <p:cNvGrpSpPr/>
        <p:nvPr/>
      </p:nvGrpSpPr>
      <p:grpSpPr>
        <a:xfrm>
          <a:off x="0" y="0"/>
          <a:ext cx="0" cy="0"/>
          <a:chOff x="0" y="0"/>
          <a:chExt cx="0" cy="0"/>
        </a:xfrm>
      </p:grpSpPr>
      <p:sp>
        <p:nvSpPr>
          <p:cNvPr id="76"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77"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78"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062547A-F111-4002-8DC5-FC1BA70A5317}"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Name Card">
    <p:spTree>
      <p:nvGrpSpPr>
        <p:cNvPr id="1" name=""/>
        <p:cNvGrpSpPr/>
        <p:nvPr/>
      </p:nvGrpSpPr>
      <p:grpSpPr>
        <a:xfrm>
          <a:off x="0" y="0"/>
          <a:ext cx="0" cy="0"/>
          <a:chOff x="0" y="0"/>
          <a:chExt cx="0" cy="0"/>
        </a:xfrm>
      </p:grpSpPr>
      <p:sp>
        <p:nvSpPr>
          <p:cNvPr id="98"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99"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100"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EE30EBF1-EAD4-4719-B392-4B992E9D35E1}"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Quote Name Card">
    <p:spTree>
      <p:nvGrpSpPr>
        <p:cNvPr id="1" name=""/>
        <p:cNvGrpSpPr/>
        <p:nvPr/>
      </p:nvGrpSpPr>
      <p:grpSpPr>
        <a:xfrm>
          <a:off x="0" y="0"/>
          <a:ext cx="0" cy="0"/>
          <a:chOff x="0" y="0"/>
          <a:chExt cx="0" cy="0"/>
        </a:xfrm>
      </p:grpSpPr>
      <p:sp>
        <p:nvSpPr>
          <p:cNvPr id="123"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124"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125"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54C4501-9A2D-419E-93A7-1DB1658CAB4C}" type="slidenum">
              <a:t>&lt;#&gt;</a:t>
            </a:fld>
          </a:p>
        </p:txBody>
      </p:sp>
      <p:sp>
        <p:nvSpPr>
          <p:cNvPr id="7" name="PlaceHolder 6"/>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rue or False">
    <p:spTree>
      <p:nvGrpSpPr>
        <p:cNvPr id="1" name=""/>
        <p:cNvGrpSpPr/>
        <p:nvPr/>
      </p:nvGrpSpPr>
      <p:grpSpPr>
        <a:xfrm>
          <a:off x="0" y="0"/>
          <a:ext cx="0" cy="0"/>
          <a:chOff x="0" y="0"/>
          <a:chExt cx="0" cy="0"/>
        </a:xfrm>
      </p:grpSpPr>
      <p:sp>
        <p:nvSpPr>
          <p:cNvPr id="146"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147"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148"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2BA8A6B7-4EC4-4300-B46D-65B0970B78DE}"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and Vertical Text">
    <p:spTree>
      <p:nvGrpSpPr>
        <p:cNvPr id="1" name=""/>
        <p:cNvGrpSpPr/>
        <p:nvPr/>
      </p:nvGrpSpPr>
      <p:grpSpPr>
        <a:xfrm>
          <a:off x="0" y="0"/>
          <a:ext cx="0" cy="0"/>
          <a:chOff x="0" y="0"/>
          <a:chExt cx="0" cy="0"/>
        </a:xfrm>
      </p:grpSpPr>
      <p:sp>
        <p:nvSpPr>
          <p:cNvPr id="168"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169"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170"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CDEB8ECD-3BAF-4C06-8449-024FCDCB09F0}" type="slidenum">
              <a:t>&lt;#&gt;</a:t>
            </a:fld>
          </a:p>
        </p:txBody>
      </p:sp>
      <p:sp>
        <p:nvSpPr>
          <p:cNvPr id="7" name="PlaceHolder 6"/>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Vertical Title and Text">
    <p:spTree>
      <p:nvGrpSpPr>
        <p:cNvPr id="1" name=""/>
        <p:cNvGrpSpPr/>
        <p:nvPr/>
      </p:nvGrpSpPr>
      <p:grpSpPr>
        <a:xfrm>
          <a:off x="0" y="0"/>
          <a:ext cx="0" cy="0"/>
          <a:chOff x="0" y="0"/>
          <a:chExt cx="0" cy="0"/>
        </a:xfrm>
      </p:grpSpPr>
      <p:sp>
        <p:nvSpPr>
          <p:cNvPr id="190"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191"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192"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23"/>
          </p:nvPr>
        </p:nvSpPr>
        <p:spPr/>
        <p:txBody>
          <a:bodyPr/>
          <a:p>
            <a:r>
              <a:t>Footer</a:t>
            </a:r>
          </a:p>
        </p:txBody>
      </p:sp>
      <p:sp>
        <p:nvSpPr>
          <p:cNvPr id="6" name="PlaceHolder 5"/>
          <p:cNvSpPr>
            <a:spLocks noGrp="1"/>
          </p:cNvSpPr>
          <p:nvPr>
            <p:ph type="sldNum" idx="24"/>
          </p:nvPr>
        </p:nvSpPr>
        <p:spPr/>
        <p:txBody>
          <a:bodyPr/>
          <a:p>
            <a:fld id="{946344AB-9F82-4543-9C02-664CE807B043}" type="slidenum">
              <a:t>&lt;#&gt;</a:t>
            </a:fld>
          </a:p>
        </p:txBody>
      </p:sp>
      <p:sp>
        <p:nvSpPr>
          <p:cNvPr id="7" name="PlaceHolder 6"/>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Quote">
    <p:spTree>
      <p:nvGrpSpPr>
        <p:cNvPr id="1" name=""/>
        <p:cNvGrpSpPr/>
        <p:nvPr/>
      </p:nvGrpSpPr>
      <p:grpSpPr>
        <a:xfrm>
          <a:off x="0" y="0"/>
          <a:ext cx="0" cy="0"/>
          <a:chOff x="0" y="0"/>
          <a:chExt cx="0" cy="0"/>
        </a:xfrm>
      </p:grpSpPr>
      <p:sp>
        <p:nvSpPr>
          <p:cNvPr id="214"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15"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216"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Quote">
    <p:spTree>
      <p:nvGrpSpPr>
        <p:cNvPr id="1" name=""/>
        <p:cNvGrpSpPr/>
        <p:nvPr/>
      </p:nvGrpSpPr>
      <p:grpSpPr>
        <a:xfrm>
          <a:off x="0" y="0"/>
          <a:ext cx="0" cy="0"/>
          <a:chOff x="0" y="0"/>
          <a:chExt cx="0" cy="0"/>
        </a:xfrm>
      </p:grpSpPr>
      <p:sp>
        <p:nvSpPr>
          <p:cNvPr id="217"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18" name="PlaceHolder 2"/>
          <p:cNvSpPr>
            <a:spLocks noGrp="1"/>
          </p:cNvSpPr>
          <p:nvPr>
            <p:ph type="subTitle"/>
          </p:nvPr>
        </p:nvSpPr>
        <p:spPr>
          <a:xfrm>
            <a:off x="5353560" y="2511720"/>
            <a:ext cx="1484640" cy="13676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Introduction">
    <p:spTree>
      <p:nvGrpSpPr>
        <p:cNvPr id="1" name=""/>
        <p:cNvGrpSpPr/>
        <p:nvPr/>
      </p:nvGrpSpPr>
      <p:grpSpPr>
        <a:xfrm>
          <a:off x="0" y="0"/>
          <a:ext cx="0" cy="0"/>
          <a:chOff x="0" y="0"/>
          <a:chExt cx="0" cy="0"/>
        </a:xfrm>
      </p:grpSpPr>
      <p:sp>
        <p:nvSpPr>
          <p:cNvPr id="239"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40"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241"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Agenda">
    <p:spTree>
      <p:nvGrpSpPr>
        <p:cNvPr id="1" name=""/>
        <p:cNvGrpSpPr/>
        <p:nvPr/>
      </p:nvGrpSpPr>
      <p:grpSpPr>
        <a:xfrm>
          <a:off x="0" y="0"/>
          <a:ext cx="0" cy="0"/>
          <a:chOff x="0" y="0"/>
          <a:chExt cx="0" cy="0"/>
        </a:xfrm>
      </p:grpSpPr>
      <p:sp>
        <p:nvSpPr>
          <p:cNvPr id="262"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63" name="PlaceHolder 2"/>
          <p:cNvSpPr>
            <a:spLocks noGrp="1"/>
          </p:cNvSpPr>
          <p:nvPr>
            <p:ph/>
          </p:nvPr>
        </p:nvSpPr>
        <p:spPr>
          <a:xfrm>
            <a:off x="5353560" y="2555640"/>
            <a:ext cx="1484640" cy="127980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Trebuchet MS"/>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Agenda">
    <p:spTree>
      <p:nvGrpSpPr>
        <p:cNvPr id="1" name=""/>
        <p:cNvGrpSpPr/>
        <p:nvPr/>
      </p:nvGrpSpPr>
      <p:grpSpPr>
        <a:xfrm>
          <a:off x="0" y="0"/>
          <a:ext cx="0" cy="0"/>
          <a:chOff x="0" y="0"/>
          <a:chExt cx="0" cy="0"/>
        </a:xfrm>
      </p:grpSpPr>
      <p:sp>
        <p:nvSpPr>
          <p:cNvPr id="264"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65"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266"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am">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 Id="rId3"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1.xml"/><Relationship Id="rId3" Type="http://schemas.openxmlformats.org/officeDocument/2006/relationships/slideLayout" Target="../slideLayouts/slideLayout12.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6.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0" name="Group 43"/>
          <p:cNvGrpSpPr/>
          <p:nvPr/>
        </p:nvGrpSpPr>
        <p:grpSpPr>
          <a:xfrm>
            <a:off x="0" y="-8640"/>
            <a:ext cx="12191760" cy="6866640"/>
            <a:chOff x="0" y="-8640"/>
            <a:chExt cx="12191760" cy="6866640"/>
          </a:xfrm>
        </p:grpSpPr>
        <p:cxnSp>
          <p:nvCxnSpPr>
            <p:cNvPr id="1"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2"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1"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D62BE95D-ADF9-49F2-8F12-BC12976EF669}"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12"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3"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A90608D-ABDD-430A-B672-3DB55E7F8E82}"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grpSp>
        <p:nvGrpSpPr>
          <p:cNvPr id="14" name="Group 15"/>
          <p:cNvGrpSpPr/>
          <p:nvPr/>
        </p:nvGrpSpPr>
        <p:grpSpPr>
          <a:xfrm>
            <a:off x="0" y="-8640"/>
            <a:ext cx="12191760" cy="6866640"/>
            <a:chOff x="0" y="-8640"/>
            <a:chExt cx="12191760" cy="6866640"/>
          </a:xfrm>
        </p:grpSpPr>
        <p:sp>
          <p:nvSpPr>
            <p:cNvPr id="15" name="Freeform 14"/>
            <p:cNvSpPr/>
            <p:nvPr/>
          </p:nvSpPr>
          <p:spPr>
            <a:xfrm>
              <a:off x="0" y="-7920"/>
              <a:ext cx="863280" cy="5697720"/>
            </a:xfrm>
            <a:custGeom>
              <a:avLst/>
              <a:gdLst>
                <a:gd name="textAreaLeft" fmla="*/ 0 w 863280"/>
                <a:gd name="textAreaRight" fmla="*/ 863640 w 863280"/>
                <a:gd name="textAreaTop" fmla="*/ 0 h 5697720"/>
                <a:gd name="textAreaBottom" fmla="*/ 5698080 h 5697720"/>
              </a:gdLst>
              <a:ah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cxnSp>
          <p:nvCxnSpPr>
            <p:cNvPr id="16" name="Straight Connector 18"/>
            <p:cNvCxnSpPr/>
            <p:nvPr/>
          </p:nvCxnSpPr>
          <p:spPr>
            <a:xfrm>
              <a:off x="9370800" y="0"/>
              <a:ext cx="1219680" cy="6858360"/>
            </a:xfrm>
            <a:prstGeom prst="straightConnector1">
              <a:avLst/>
            </a:prstGeom>
            <a:ln cap="rnd" w="9360">
              <a:solidFill>
                <a:schemeClr val="accent1">
                  <a:alpha val="70000"/>
                </a:schemeClr>
              </a:solidFill>
              <a:round/>
            </a:ln>
          </p:spPr>
        </p:cxnSp>
        <p:cxnSp>
          <p:nvCxnSpPr>
            <p:cNvPr id="17" name="Straight Connector 19"/>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1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 name="Isosceles Triangle 22"/>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Isosceles Triangle 26"/>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5" name="PlaceHolder 1"/>
          <p:cNvSpPr>
            <a:spLocks noGrp="1"/>
          </p:cNvSpPr>
          <p:nvPr>
            <p:ph type="title"/>
          </p:nvPr>
        </p:nvSpPr>
        <p:spPr>
          <a:xfrm>
            <a:off x="1506960" y="2404440"/>
            <a:ext cx="7766640" cy="1645920"/>
          </a:xfrm>
          <a:prstGeom prst="rect">
            <a:avLst/>
          </a:prstGeom>
          <a:noFill/>
          <a:ln w="0">
            <a:noFill/>
          </a:ln>
        </p:spPr>
        <p:txBody>
          <a:bodyPr lIns="91440" rIns="91440" tIns="45720" bIns="45720" anchor="b">
            <a:noAutofit/>
          </a:bodyPr>
          <a:p>
            <a:pPr indent="0" algn="r" defTabSz="457200">
              <a:lnSpc>
                <a:spcPct val="100000"/>
              </a:lnSpc>
              <a:buNone/>
            </a:pPr>
            <a:r>
              <a:rPr b="0" lang="en-US" sz="5400" spc="-1" strike="noStrike">
                <a:solidFill>
                  <a:schemeClr val="accent1"/>
                </a:solidFill>
                <a:latin typeface="Trebuchet MS"/>
              </a:rPr>
              <a:t>Click to edit Master title style</a:t>
            </a:r>
            <a:endParaRPr b="0" lang="en-US" sz="5400" spc="-1" strike="noStrike">
              <a:solidFill>
                <a:schemeClr val="dk1"/>
              </a:solidFill>
              <a:latin typeface="Trebuchet MS"/>
            </a:endParaRPr>
          </a:p>
        </p:txBody>
      </p:sp>
      <p:sp>
        <p:nvSpPr>
          <p:cNvPr id="26" name="PlaceHolder 2"/>
          <p:cNvSpPr>
            <a:spLocks noGrp="1"/>
          </p:cNvSpPr>
          <p:nvPr>
            <p:ph type="dt" idx="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27" name="PlaceHolder 3"/>
          <p:cNvSpPr>
            <a:spLocks noGrp="1"/>
          </p:cNvSpPr>
          <p:nvPr>
            <p:ph type="ftr" idx="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4"/>
          <p:cNvSpPr>
            <a:spLocks noGrp="1"/>
          </p:cNvSpPr>
          <p:nvPr>
            <p:ph type="sldNum" idx="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724AE9A-6641-4A18-91F7-96C4E72E9FBC}"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2" name="Group 43"/>
          <p:cNvGrpSpPr/>
          <p:nvPr/>
        </p:nvGrpSpPr>
        <p:grpSpPr>
          <a:xfrm>
            <a:off x="0" y="-8640"/>
            <a:ext cx="12191760" cy="6866640"/>
            <a:chOff x="0" y="-8640"/>
            <a:chExt cx="12191760" cy="6866640"/>
          </a:xfrm>
        </p:grpSpPr>
        <p:cxnSp>
          <p:nvCxnSpPr>
            <p:cNvPr id="33"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34"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3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2A38DBBF-5470-4914-B88A-0EC9351EC8C4}"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4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71860DD7-ACE9-4692-8A4A-68A9F64DF541}"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6" name="PlaceHolder 1"/>
          <p:cNvSpPr>
            <a:spLocks noGrp="1"/>
          </p:cNvSpPr>
          <p:nvPr>
            <p:ph type="title"/>
          </p:nvPr>
        </p:nvSpPr>
        <p:spPr>
          <a:xfrm>
            <a:off x="677160" y="609480"/>
            <a:ext cx="8596440" cy="340308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47" name="PlaceHolder 2"/>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marL="432000" indent="-324000" defTabSz="457200">
              <a:lnSpc>
                <a:spcPct val="100000"/>
              </a:lnSpc>
              <a:spcBef>
                <a:spcPts val="1001"/>
              </a:spcBef>
              <a:buClr>
                <a:srgbClr val="000000"/>
              </a:buClr>
              <a:buSzPct val="45000"/>
              <a:buFont typeface="Wingdings" charset="2"/>
              <a:buChar char=""/>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48" name="PlaceHolder 3"/>
          <p:cNvSpPr>
            <a:spLocks noGrp="1"/>
          </p:cNvSpPr>
          <p:nvPr>
            <p:ph type="dt" idx="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49" name="PlaceHolder 4"/>
          <p:cNvSpPr>
            <a:spLocks noGrp="1"/>
          </p:cNvSpPr>
          <p:nvPr>
            <p:ph type="ftr" idx="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 name="PlaceHolder 5"/>
          <p:cNvSpPr>
            <a:spLocks noGrp="1"/>
          </p:cNvSpPr>
          <p:nvPr>
            <p:ph type="sldNum" idx="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7A440A89-BF32-41F3-A818-25E5A9D5F9AB}"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54" name="Group 43"/>
          <p:cNvGrpSpPr/>
          <p:nvPr/>
        </p:nvGrpSpPr>
        <p:grpSpPr>
          <a:xfrm>
            <a:off x="0" y="-8640"/>
            <a:ext cx="12191760" cy="6866640"/>
            <a:chOff x="0" y="-8640"/>
            <a:chExt cx="12191760" cy="6866640"/>
          </a:xfrm>
        </p:grpSpPr>
        <p:cxnSp>
          <p:nvCxnSpPr>
            <p:cNvPr id="55"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56"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5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6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9641D5E-459B-49BF-B7D1-4C97D1B3E86A}"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6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6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3DBB1B6E-A861-4355-9729-030642399E9E}"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68"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69" name="PlaceHolder 2"/>
          <p:cNvSpPr>
            <a:spLocks noGrp="1"/>
          </p:cNvSpPr>
          <p:nvPr>
            <p:ph type="body"/>
          </p:nvPr>
        </p:nvSpPr>
        <p:spPr>
          <a:xfrm>
            <a:off x="1366200" y="3632040"/>
            <a:ext cx="7224120" cy="380520"/>
          </a:xfrm>
          <a:prstGeom prst="rect">
            <a:avLst/>
          </a:prstGeom>
          <a:noFill/>
          <a:ln w="0">
            <a:noFill/>
          </a:ln>
        </p:spPr>
        <p:txBody>
          <a:bodyPr lIns="91440" rIns="91440" tIns="45720" bIns="45720" anchor="ctr">
            <a:noAutofit/>
          </a:bodyPr>
          <a:p>
            <a:pPr marL="432000" indent="-324000" defTabSz="457200">
              <a:lnSpc>
                <a:spcPct val="100000"/>
              </a:lnSpc>
              <a:spcBef>
                <a:spcPts val="1001"/>
              </a:spcBef>
              <a:buClr>
                <a:srgbClr val="000000"/>
              </a:buClr>
              <a:buSzPct val="45000"/>
              <a:buFont typeface="Wingdings" charset="2"/>
              <a:buChar char=""/>
              <a:tabLst>
                <a:tab algn="l" pos="0"/>
              </a:tabLst>
            </a:pPr>
            <a:r>
              <a:rPr b="0" lang="en-US" sz="1600" spc="-1" strike="noStrike">
                <a:solidFill>
                  <a:schemeClr val="dk1">
                    <a:lumMod val="50000"/>
                    <a:lumOff val="50000"/>
                  </a:schemeClr>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70" name="PlaceHolder 3"/>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71" name="PlaceHolder 4"/>
          <p:cNvSpPr>
            <a:spLocks noGrp="1"/>
          </p:cNvSpPr>
          <p:nvPr>
            <p:ph type="dt" idx="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72" name="PlaceHolder 5"/>
          <p:cNvSpPr>
            <a:spLocks noGrp="1"/>
          </p:cNvSpPr>
          <p:nvPr>
            <p:ph type="ftr" idx="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6"/>
          <p:cNvSpPr>
            <a:spLocks noGrp="1"/>
          </p:cNvSpPr>
          <p:nvPr>
            <p:ph type="sldNum" idx="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527E2246-FB5B-4796-B4F8-9D01975863F3}"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
        <p:nvSpPr>
          <p:cNvPr id="74"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
        <p:nvSpPr>
          <p:cNvPr id="75"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79" name="Group 43"/>
          <p:cNvGrpSpPr/>
          <p:nvPr/>
        </p:nvGrpSpPr>
        <p:grpSpPr>
          <a:xfrm>
            <a:off x="0" y="-8640"/>
            <a:ext cx="12191760" cy="6866640"/>
            <a:chOff x="0" y="-8640"/>
            <a:chExt cx="12191760" cy="6866640"/>
          </a:xfrm>
        </p:grpSpPr>
        <p:cxnSp>
          <p:nvCxnSpPr>
            <p:cNvPr id="80"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81"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8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90"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0A7C3565-384D-4F81-83DC-6ED5228EF8BD}"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91"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92"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48FF51BE-4A24-4DFA-AE68-B8AAB9DB1605}"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93" name="PlaceHolder 1"/>
          <p:cNvSpPr>
            <a:spLocks noGrp="1"/>
          </p:cNvSpPr>
          <p:nvPr>
            <p:ph type="title"/>
          </p:nvPr>
        </p:nvSpPr>
        <p:spPr>
          <a:xfrm>
            <a:off x="677160" y="1932120"/>
            <a:ext cx="8596440" cy="2595240"/>
          </a:xfrm>
          <a:prstGeom prst="rect">
            <a:avLst/>
          </a:prstGeom>
          <a:noFill/>
          <a:ln w="0">
            <a:noFill/>
          </a:ln>
        </p:spPr>
        <p:txBody>
          <a:bodyPr lIns="91440" rIns="91440" tIns="45720" bIns="45720" anchor="b">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94" name="PlaceHolder 2"/>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marL="432000" indent="-324000" defTabSz="457200">
              <a:lnSpc>
                <a:spcPct val="100000"/>
              </a:lnSpc>
              <a:spcBef>
                <a:spcPts val="1001"/>
              </a:spcBef>
              <a:buClr>
                <a:srgbClr val="000000"/>
              </a:buClr>
              <a:buSzPct val="45000"/>
              <a:buFont typeface="Wingdings" charset="2"/>
              <a:buChar char=""/>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95" name="PlaceHolder 3"/>
          <p:cNvSpPr>
            <a:spLocks noGrp="1"/>
          </p:cNvSpPr>
          <p:nvPr>
            <p:ph type="dt" idx="1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96" name="PlaceHolder 4"/>
          <p:cNvSpPr>
            <a:spLocks noGrp="1"/>
          </p:cNvSpPr>
          <p:nvPr>
            <p:ph type="ftr" idx="1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7" name="PlaceHolder 5"/>
          <p:cNvSpPr>
            <a:spLocks noGrp="1"/>
          </p:cNvSpPr>
          <p:nvPr>
            <p:ph type="sldNum" idx="1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550EF8F9-30D1-47ED-AC62-CD935ED2DB46}"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01" name="Group 43"/>
          <p:cNvGrpSpPr/>
          <p:nvPr/>
        </p:nvGrpSpPr>
        <p:grpSpPr>
          <a:xfrm>
            <a:off x="0" y="-8640"/>
            <a:ext cx="12191760" cy="6866640"/>
            <a:chOff x="0" y="-8640"/>
            <a:chExt cx="12191760" cy="6866640"/>
          </a:xfrm>
        </p:grpSpPr>
        <p:cxnSp>
          <p:nvCxnSpPr>
            <p:cNvPr id="102"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103"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10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1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A9699C96-D152-4DDB-8685-37F26814069C}"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11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1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638CACD1-016D-4F65-A68F-79990AF4EAE6}"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15"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116"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marL="432000" indent="-324000" defTabSz="457200">
              <a:lnSpc>
                <a:spcPct val="100000"/>
              </a:lnSpc>
              <a:spcBef>
                <a:spcPts val="1001"/>
              </a:spcBef>
              <a:buClr>
                <a:srgbClr val="000000"/>
              </a:buClr>
              <a:buSzPct val="45000"/>
              <a:buFont typeface="Wingdings" charset="2"/>
              <a:buChar char=""/>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117"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118" name="PlaceHolder 4"/>
          <p:cNvSpPr>
            <a:spLocks noGrp="1"/>
          </p:cNvSpPr>
          <p:nvPr>
            <p:ph type="dt" idx="1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19" name="PlaceHolder 5"/>
          <p:cNvSpPr>
            <a:spLocks noGrp="1"/>
          </p:cNvSpPr>
          <p:nvPr>
            <p:ph type="ftr" idx="1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0" name="PlaceHolder 6"/>
          <p:cNvSpPr>
            <a:spLocks noGrp="1"/>
          </p:cNvSpPr>
          <p:nvPr>
            <p:ph type="sldNum" idx="1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54DB1945-59F7-44BD-A4D6-235329479E38}"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
        <p:nvSpPr>
          <p:cNvPr id="121"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
        <p:nvSpPr>
          <p:cNvPr id="122"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26" name="Group 43"/>
          <p:cNvGrpSpPr/>
          <p:nvPr/>
        </p:nvGrpSpPr>
        <p:grpSpPr>
          <a:xfrm>
            <a:off x="0" y="-8640"/>
            <a:ext cx="12191760" cy="6866640"/>
            <a:chOff x="0" y="-8640"/>
            <a:chExt cx="12191760" cy="6866640"/>
          </a:xfrm>
        </p:grpSpPr>
        <p:cxnSp>
          <p:nvCxnSpPr>
            <p:cNvPr id="127"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128"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12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37"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2D9CFD48-8738-4BB4-A9A3-4DE305DCF25C}"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138"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39"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17E48F0C-0118-44E7-84E2-C027ADDC01D5}"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40" name="PlaceHolder 1"/>
          <p:cNvSpPr>
            <a:spLocks noGrp="1"/>
          </p:cNvSpPr>
          <p:nvPr>
            <p:ph type="title"/>
          </p:nvPr>
        </p:nvSpPr>
        <p:spPr>
          <a:xfrm>
            <a:off x="685800" y="609480"/>
            <a:ext cx="858780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141"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marL="432000" indent="-324000" defTabSz="457200">
              <a:lnSpc>
                <a:spcPct val="100000"/>
              </a:lnSpc>
              <a:spcBef>
                <a:spcPts val="1001"/>
              </a:spcBef>
              <a:buClr>
                <a:srgbClr val="000000"/>
              </a:buClr>
              <a:buSzPct val="45000"/>
              <a:buFont typeface="Wingdings" charset="2"/>
              <a:buChar char=""/>
              <a:tabLst>
                <a:tab algn="l" pos="0"/>
              </a:tabLst>
            </a:pPr>
            <a:r>
              <a:rPr b="0" lang="en-US" sz="2400" spc="-1" strike="noStrike">
                <a:solidFill>
                  <a:schemeClr val="accent1"/>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142"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143" name="PlaceHolder 4"/>
          <p:cNvSpPr>
            <a:spLocks noGrp="1"/>
          </p:cNvSpPr>
          <p:nvPr>
            <p:ph type="dt" idx="16"/>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44" name="PlaceHolder 5"/>
          <p:cNvSpPr>
            <a:spLocks noGrp="1"/>
          </p:cNvSpPr>
          <p:nvPr>
            <p:ph type="ftr" idx="17"/>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5" name="PlaceHolder 6"/>
          <p:cNvSpPr>
            <a:spLocks noGrp="1"/>
          </p:cNvSpPr>
          <p:nvPr>
            <p:ph type="sldNum" idx="18"/>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48BA9C0F-6604-43B7-9AC8-FE8315A4E098}"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49" name="Group 43"/>
          <p:cNvGrpSpPr/>
          <p:nvPr/>
        </p:nvGrpSpPr>
        <p:grpSpPr>
          <a:xfrm>
            <a:off x="0" y="-8640"/>
            <a:ext cx="12191760" cy="6866640"/>
            <a:chOff x="0" y="-8640"/>
            <a:chExt cx="12191760" cy="6866640"/>
          </a:xfrm>
        </p:grpSpPr>
        <p:cxnSp>
          <p:nvCxnSpPr>
            <p:cNvPr id="150"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151"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15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9"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60"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4E528FAB-6BDB-42ED-96A8-17016C433946}"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161"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62"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78D625AF-30F1-4038-B751-5FCC3B35FC9F}"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63"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64"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vert="eaVert">
            <a:noAutofit/>
          </a:bodyPr>
          <a:p>
            <a:pPr marL="432000" indent="-324000" defTabSz="457200">
              <a:lnSpc>
                <a:spcPct val="100000"/>
              </a:lnSpc>
              <a:spcBef>
                <a:spcPts val="1001"/>
              </a:spcBef>
              <a:buClr>
                <a:srgbClr val="000000"/>
              </a:buClr>
              <a:buSzPct val="45000"/>
              <a:buFont typeface="Wingdings"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864000" indent="-324000" defTabSz="457200">
              <a:lnSpc>
                <a:spcPct val="100000"/>
              </a:lnSpc>
              <a:spcBef>
                <a:spcPts val="1001"/>
              </a:spcBef>
              <a:buClr>
                <a:srgbClr val="000000"/>
              </a:buClr>
              <a:buSzPct val="75000"/>
              <a:buFont typeface="Symbol"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296000" indent="-288000" defTabSz="457200">
              <a:lnSpc>
                <a:spcPct val="100000"/>
              </a:lnSpc>
              <a:spcBef>
                <a:spcPts val="1001"/>
              </a:spcBef>
              <a:buClr>
                <a:srgbClr val="000000"/>
              </a:buClr>
              <a:buSzPct val="45000"/>
              <a:buFont typeface="Wingdings"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728000" indent="-216000" defTabSz="457200">
              <a:lnSpc>
                <a:spcPct val="100000"/>
              </a:lnSpc>
              <a:spcBef>
                <a:spcPts val="1001"/>
              </a:spcBef>
              <a:buClr>
                <a:srgbClr val="000000"/>
              </a:buClr>
              <a:buSzPct val="75000"/>
              <a:buFont typeface="Symbol"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160000" indent="-216000" defTabSz="457200">
              <a:lnSpc>
                <a:spcPct val="100000"/>
              </a:lnSpc>
              <a:spcBef>
                <a:spcPts val="1001"/>
              </a:spcBef>
              <a:buClr>
                <a:srgbClr val="000000"/>
              </a:buClr>
              <a:buSzPct val="45000"/>
              <a:buFont typeface="Wingdings"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65" name="PlaceHolder 3"/>
          <p:cNvSpPr>
            <a:spLocks noGrp="1"/>
          </p:cNvSpPr>
          <p:nvPr>
            <p:ph type="dt" idx="19"/>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66" name="PlaceHolder 4"/>
          <p:cNvSpPr>
            <a:spLocks noGrp="1"/>
          </p:cNvSpPr>
          <p:nvPr>
            <p:ph type="ftr" idx="20"/>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7" name="PlaceHolder 5"/>
          <p:cNvSpPr>
            <a:spLocks noGrp="1"/>
          </p:cNvSpPr>
          <p:nvPr>
            <p:ph type="sldNum" idx="21"/>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65ACAB7D-3A63-4DC8-A346-1DC39598EAE7}"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71" name="Group 43"/>
          <p:cNvGrpSpPr/>
          <p:nvPr/>
        </p:nvGrpSpPr>
        <p:grpSpPr>
          <a:xfrm>
            <a:off x="0" y="-8640"/>
            <a:ext cx="12191760" cy="6866640"/>
            <a:chOff x="0" y="-8640"/>
            <a:chExt cx="12191760" cy="6866640"/>
          </a:xfrm>
        </p:grpSpPr>
        <p:cxnSp>
          <p:nvCxnSpPr>
            <p:cNvPr id="172"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173"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17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8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46A554E-5FF1-4955-BBB1-C9222244A61D}"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18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8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BB101D94-C47C-4B9F-ACE3-D9CAAFED045B}"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85" name="PlaceHolder 1"/>
          <p:cNvSpPr>
            <a:spLocks noGrp="1"/>
          </p:cNvSpPr>
          <p:nvPr>
            <p:ph type="title"/>
          </p:nvPr>
        </p:nvSpPr>
        <p:spPr>
          <a:xfrm>
            <a:off x="7967520" y="609480"/>
            <a:ext cx="1304280" cy="5250960"/>
          </a:xfrm>
          <a:prstGeom prst="rect">
            <a:avLst/>
          </a:prstGeom>
          <a:noFill/>
          <a:ln w="0">
            <a:noFill/>
          </a:ln>
        </p:spPr>
        <p:txBody>
          <a:bodyPr lIns="91440" rIns="91440" tIns="45720" bIns="45720" anchor="t" anchorCtr="1" vert="eaVe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86" name="PlaceHolder 2"/>
          <p:cNvSpPr>
            <a:spLocks noGrp="1"/>
          </p:cNvSpPr>
          <p:nvPr>
            <p:ph type="body"/>
          </p:nvPr>
        </p:nvSpPr>
        <p:spPr>
          <a:xfrm>
            <a:off x="677160" y="609480"/>
            <a:ext cx="7059960" cy="5250960"/>
          </a:xfrm>
          <a:prstGeom prst="rect">
            <a:avLst/>
          </a:prstGeom>
          <a:noFill/>
          <a:ln w="0">
            <a:noFill/>
          </a:ln>
        </p:spPr>
        <p:txBody>
          <a:bodyPr lIns="91440" rIns="91440" tIns="45720" bIns="45720" anchor="t" vert="eaVert">
            <a:noAutofit/>
          </a:bodyPr>
          <a:p>
            <a:pPr marL="432000" indent="-324000" defTabSz="457200">
              <a:lnSpc>
                <a:spcPct val="100000"/>
              </a:lnSpc>
              <a:spcBef>
                <a:spcPts val="1001"/>
              </a:spcBef>
              <a:buClr>
                <a:srgbClr val="000000"/>
              </a:buClr>
              <a:buSzPct val="45000"/>
              <a:buFont typeface="Wingdings"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864000" indent="-324000" defTabSz="457200">
              <a:lnSpc>
                <a:spcPct val="100000"/>
              </a:lnSpc>
              <a:spcBef>
                <a:spcPts val="1001"/>
              </a:spcBef>
              <a:buClr>
                <a:srgbClr val="000000"/>
              </a:buClr>
              <a:buSzPct val="75000"/>
              <a:buFont typeface="Symbol"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296000" indent="-288000" defTabSz="457200">
              <a:lnSpc>
                <a:spcPct val="100000"/>
              </a:lnSpc>
              <a:spcBef>
                <a:spcPts val="1001"/>
              </a:spcBef>
              <a:buClr>
                <a:srgbClr val="000000"/>
              </a:buClr>
              <a:buSzPct val="45000"/>
              <a:buFont typeface="Wingdings"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728000" indent="-216000" defTabSz="457200">
              <a:lnSpc>
                <a:spcPct val="100000"/>
              </a:lnSpc>
              <a:spcBef>
                <a:spcPts val="1001"/>
              </a:spcBef>
              <a:buClr>
                <a:srgbClr val="000000"/>
              </a:buClr>
              <a:buSzPct val="75000"/>
              <a:buFont typeface="Symbol"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160000" indent="-216000" defTabSz="457200">
              <a:lnSpc>
                <a:spcPct val="100000"/>
              </a:lnSpc>
              <a:spcBef>
                <a:spcPts val="1001"/>
              </a:spcBef>
              <a:buClr>
                <a:srgbClr val="000000"/>
              </a:buClr>
              <a:buSzPct val="45000"/>
              <a:buFont typeface="Wingdings"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87" name="PlaceHolder 3"/>
          <p:cNvSpPr>
            <a:spLocks noGrp="1"/>
          </p:cNvSpPr>
          <p:nvPr>
            <p:ph type="dt" idx="22"/>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88" name="PlaceHolder 4"/>
          <p:cNvSpPr>
            <a:spLocks noGrp="1"/>
          </p:cNvSpPr>
          <p:nvPr>
            <p:ph type="ftr" idx="23"/>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9" name="PlaceHolder 5"/>
          <p:cNvSpPr>
            <a:spLocks noGrp="1"/>
          </p:cNvSpPr>
          <p:nvPr>
            <p:ph type="sldNum" idx="24"/>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53180EB2-038F-4492-AEE8-189CB5944F23}"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93" name="Group 43"/>
          <p:cNvGrpSpPr/>
          <p:nvPr/>
        </p:nvGrpSpPr>
        <p:grpSpPr>
          <a:xfrm>
            <a:off x="0" y="-8640"/>
            <a:ext cx="12191760" cy="6866640"/>
            <a:chOff x="0" y="-8640"/>
            <a:chExt cx="12191760" cy="6866640"/>
          </a:xfrm>
        </p:grpSpPr>
        <p:cxnSp>
          <p:nvCxnSpPr>
            <p:cNvPr id="194"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195"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19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3"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0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2DBF560-AA3A-490C-9DBD-FDA65D863AEF}"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20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0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052DE447-0B04-42CD-BB77-46EF075CA7E3}"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07" name="PlaceHolder 1"/>
          <p:cNvSpPr>
            <a:spLocks noGrp="1"/>
          </p:cNvSpPr>
          <p:nvPr>
            <p:ph type="body"/>
          </p:nvPr>
        </p:nvSpPr>
        <p:spPr>
          <a:xfrm>
            <a:off x="6312960" y="4142160"/>
            <a:ext cx="4220640" cy="86112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a:p>
            <a:pPr lvl="1" marL="743040" indent="-285840" defTabSz="457200">
              <a:spcBef>
                <a:spcPts val="1134"/>
              </a:spcBef>
              <a:buClr>
                <a:srgbClr val="000000"/>
              </a:buClr>
              <a:buSzPct val="75000"/>
              <a:buFont typeface="Symbol" charset="2"/>
              <a:buChar char=""/>
              <a:tabLst>
                <a:tab algn="l" pos="0"/>
              </a:tabLst>
            </a:pPr>
            <a:r>
              <a:rPr b="0" lang="en-US" sz="2000" spc="-1" strike="noStrike">
                <a:solidFill>
                  <a:schemeClr val="dk1">
                    <a:lumMod val="75000"/>
                    <a:lumOff val="25000"/>
                  </a:schemeClr>
                </a:solidFill>
                <a:latin typeface="Trebuchet MS"/>
              </a:rPr>
              <a:t>Second level</a:t>
            </a:r>
            <a:endParaRPr b="0" lang="en-US" sz="2000" spc="-1" strike="noStrike">
              <a:solidFill>
                <a:schemeClr val="dk1">
                  <a:lumMod val="75000"/>
                  <a:lumOff val="25000"/>
                </a:schemeClr>
              </a:solidFill>
              <a:latin typeface="Trebuchet MS"/>
            </a:endParaRPr>
          </a:p>
        </p:txBody>
      </p:sp>
      <p:sp>
        <p:nvSpPr>
          <p:cNvPr id="208" name="Hexagon 14"/>
          <p:cNvSpPr/>
          <p:nvPr/>
        </p:nvSpPr>
        <p:spPr>
          <a:xfrm>
            <a:off x="740160" y="1382760"/>
            <a:ext cx="1229040" cy="1059480"/>
          </a:xfrm>
          <a:prstGeom prst="hexagon">
            <a:avLst>
              <a:gd name="adj" fmla="val 25000"/>
              <a:gd name="vf" fmla="val 115470"/>
            </a:avLst>
          </a:prstGeom>
          <a:solidFill>
            <a:schemeClr val="accent1"/>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209" name="Hexagon 15"/>
          <p:cNvSpPr/>
          <p:nvPr/>
        </p:nvSpPr>
        <p:spPr>
          <a:xfrm>
            <a:off x="3755160" y="1194480"/>
            <a:ext cx="1665720" cy="1436040"/>
          </a:xfrm>
          <a:prstGeom prst="hexagon">
            <a:avLst>
              <a:gd name="adj" fmla="val 25000"/>
              <a:gd name="vf" fmla="val 115470"/>
            </a:avLst>
          </a:prstGeom>
          <a:solidFill>
            <a:schemeClr val="accent3"/>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210" name="Hexagon 16"/>
          <p:cNvSpPr/>
          <p:nvPr/>
        </p:nvSpPr>
        <p:spPr>
          <a:xfrm>
            <a:off x="3804840" y="5233320"/>
            <a:ext cx="717840" cy="618840"/>
          </a:xfrm>
          <a:prstGeom prst="hexagon">
            <a:avLst>
              <a:gd name="adj" fmla="val 25000"/>
              <a:gd name="vf" fmla="val 115470"/>
            </a:avLst>
          </a:prstGeom>
          <a:solidFill>
            <a:schemeClr val="accent5"/>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211" name="Hexagon 17"/>
          <p:cNvSpPr/>
          <p:nvPr/>
        </p:nvSpPr>
        <p:spPr>
          <a:xfrm>
            <a:off x="1837800" y="1101240"/>
            <a:ext cx="651240" cy="561240"/>
          </a:xfrm>
          <a:prstGeom prst="hexagon">
            <a:avLst>
              <a:gd name="adj" fmla="val 25000"/>
              <a:gd name="vf" fmla="val 115470"/>
            </a:avLst>
          </a:prstGeom>
          <a:solidFill>
            <a:schemeClr val="accent4"/>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212" name="PlaceHolder 2"/>
          <p:cNvSpPr>
            <a:spLocks noGrp="1"/>
          </p:cNvSpPr>
          <p:nvPr>
            <p:ph type="body"/>
          </p:nvPr>
        </p:nvSpPr>
        <p:spPr>
          <a:xfrm>
            <a:off x="1571400" y="1914120"/>
            <a:ext cx="3993120" cy="361764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13" name="PlaceHolder 3"/>
          <p:cNvSpPr>
            <a:spLocks noGrp="1"/>
          </p:cNvSpPr>
          <p:nvPr>
            <p:ph type="title"/>
          </p:nvPr>
        </p:nvSpPr>
        <p:spPr>
          <a:xfrm>
            <a:off x="6312960" y="2050560"/>
            <a:ext cx="4998240" cy="1748520"/>
          </a:xfrm>
          <a:prstGeom prst="rect">
            <a:avLst/>
          </a:prstGeom>
          <a:noFill/>
          <a:ln w="0">
            <a:noFill/>
          </a:ln>
        </p:spPr>
        <p:txBody>
          <a:bodyPr lIns="91440" rIns="91440" tIns="45720" bIns="45720" anchor="t">
            <a:noAutofit/>
          </a:bodyPr>
          <a:p>
            <a:pPr indent="0" defTabSz="457200">
              <a:lnSpc>
                <a:spcPct val="100000"/>
              </a:lnSpc>
              <a:buNone/>
            </a:pPr>
            <a:r>
              <a:rPr b="0" lang="en-US" sz="2800" spc="-1" strike="noStrike">
                <a:solidFill>
                  <a:schemeClr val="dk1"/>
                </a:solidFill>
                <a:latin typeface="Trebuchet MS"/>
              </a:rPr>
              <a:t>Click to edit Master title style</a:t>
            </a:r>
            <a:endParaRPr b="0" lang="en-US" sz="2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5" r:id="rId2"/>
    <p:sldLayoutId id="2147483666"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19" name="Group 43"/>
          <p:cNvGrpSpPr/>
          <p:nvPr/>
        </p:nvGrpSpPr>
        <p:grpSpPr>
          <a:xfrm>
            <a:off x="0" y="-8640"/>
            <a:ext cx="12191760" cy="6866640"/>
            <a:chOff x="0" y="-8640"/>
            <a:chExt cx="12191760" cy="6866640"/>
          </a:xfrm>
        </p:grpSpPr>
        <p:cxnSp>
          <p:nvCxnSpPr>
            <p:cNvPr id="220"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221"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22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30"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39B55E4-ED2E-47C2-A684-0F30B2126E90}"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231"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32"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4679C28D-7AA8-431C-B59A-D9647406706C}"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33" name="Oval 9"/>
          <p:cNvSpPr/>
          <p:nvPr/>
        </p:nvSpPr>
        <p:spPr>
          <a:xfrm>
            <a:off x="7362720" y="443160"/>
            <a:ext cx="361440" cy="361440"/>
          </a:xfrm>
          <a:prstGeom prst="ellipse">
            <a:avLst/>
          </a:prstGeom>
          <a:solidFill>
            <a:schemeClr val="lt2"/>
          </a:solidFill>
          <a:ln w="19080">
            <a:noFill/>
          </a:ln>
        </p:spPr>
        <p:style>
          <a:lnRef idx="0"/>
          <a:fillRef idx="0"/>
          <a:effectRef idx="0"/>
          <a:fontRef idx="minor"/>
        </p:style>
        <p:txBody>
          <a:bodyPr lIns="90000" rIns="90000" tIns="45000" bIns="45000" anchor="ctr">
            <a:noAutofit/>
          </a:bodyPr>
          <a:p>
            <a:endParaRPr b="0" lang="en-US" sz="1800" spc="-1" strike="noStrike">
              <a:solidFill>
                <a:schemeClr val="accent5"/>
              </a:solidFill>
              <a:latin typeface="Trebuchet MS"/>
            </a:endParaRPr>
          </a:p>
        </p:txBody>
      </p:sp>
      <p:sp>
        <p:nvSpPr>
          <p:cNvPr id="234" name="Oval 13"/>
          <p:cNvSpPr/>
          <p:nvPr/>
        </p:nvSpPr>
        <p:spPr>
          <a:xfrm>
            <a:off x="11007360" y="5605920"/>
            <a:ext cx="653760" cy="653760"/>
          </a:xfrm>
          <a:prstGeom prst="ellipse">
            <a:avLst/>
          </a:prstGeom>
          <a:solidFill>
            <a:schemeClr val="accent2"/>
          </a:solidFill>
          <a:ln w="19080">
            <a:noFill/>
          </a:ln>
        </p:spPr>
        <p:style>
          <a:lnRef idx="0"/>
          <a:fillRef idx="0"/>
          <a:effectRef idx="0"/>
          <a:fontRef idx="minor"/>
        </p:style>
        <p:txBody>
          <a:bodyPr lIns="90000" rIns="90000" tIns="45000" bIns="45000" anchor="ctr">
            <a:noAutofit/>
          </a:bodyPr>
          <a:p>
            <a:endParaRPr b="0" lang="en-US" sz="1800" spc="-1" strike="noStrike">
              <a:solidFill>
                <a:schemeClr val="accent5"/>
              </a:solidFill>
              <a:latin typeface="Trebuchet MS"/>
            </a:endParaRPr>
          </a:p>
        </p:txBody>
      </p:sp>
      <p:sp>
        <p:nvSpPr>
          <p:cNvPr id="235" name="Oval 15"/>
          <p:cNvSpPr/>
          <p:nvPr/>
        </p:nvSpPr>
        <p:spPr>
          <a:xfrm>
            <a:off x="10683720" y="6132600"/>
            <a:ext cx="250920" cy="250920"/>
          </a:xfrm>
          <a:prstGeom prst="ellipse">
            <a:avLst/>
          </a:prstGeom>
          <a:solidFill>
            <a:schemeClr val="accent4"/>
          </a:solidFill>
          <a:ln w="19080">
            <a:noFill/>
          </a:ln>
        </p:spPr>
        <p:style>
          <a:lnRef idx="0"/>
          <a:fillRef idx="0"/>
          <a:effectRef idx="0"/>
          <a:fontRef idx="minor"/>
        </p:style>
        <p:txBody>
          <a:bodyPr lIns="90000" rIns="90000" tIns="45000" bIns="45000" anchor="ctr">
            <a:noAutofit/>
          </a:bodyPr>
          <a:p>
            <a:endParaRPr b="0" lang="en-US" sz="1800" spc="-1" strike="noStrike">
              <a:solidFill>
                <a:schemeClr val="accent5"/>
              </a:solidFill>
              <a:latin typeface="Trebuchet MS"/>
            </a:endParaRPr>
          </a:p>
        </p:txBody>
      </p:sp>
      <p:sp>
        <p:nvSpPr>
          <p:cNvPr id="236" name="PlaceHolder 1"/>
          <p:cNvSpPr>
            <a:spLocks noGrp="1"/>
          </p:cNvSpPr>
          <p:nvPr>
            <p:ph type="body"/>
          </p:nvPr>
        </p:nvSpPr>
        <p:spPr>
          <a:xfrm>
            <a:off x="5733360" y="624240"/>
            <a:ext cx="5855400" cy="5631120"/>
          </a:xfrm>
          <a:prstGeom prst="rect">
            <a:avLst/>
          </a:prstGeom>
          <a:noFill/>
          <a:ln w="0">
            <a:noFill/>
          </a:ln>
        </p:spPr>
        <p:txBody>
          <a:bodyPr lIns="90000" rIns="90000" tIns="45000" bIns="45000" anchor="ctr">
            <a:noAutofit/>
          </a:bodyPr>
          <a:p>
            <a:pPr marL="432000" indent="-324000" algn="ctr" defTabSz="457200">
              <a:lnSpc>
                <a:spcPct val="100000"/>
              </a:lnSpc>
              <a:buClr>
                <a:srgbClr val="000000"/>
              </a:buClr>
              <a:buSzPct val="45000"/>
              <a:buFont typeface="Wingdings" charset="2"/>
              <a:buChar char=""/>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37" name="PlaceHolder 2"/>
          <p:cNvSpPr>
            <a:spLocks noGrp="1"/>
          </p:cNvSpPr>
          <p:nvPr>
            <p:ph type="body"/>
          </p:nvPr>
        </p:nvSpPr>
        <p:spPr>
          <a:xfrm>
            <a:off x="660240" y="2044800"/>
            <a:ext cx="4274640" cy="3560400"/>
          </a:xfrm>
          <a:prstGeom prst="rect">
            <a:avLst/>
          </a:prstGeom>
          <a:noFill/>
          <a:ln w="0">
            <a:noFill/>
          </a:ln>
        </p:spPr>
        <p:txBody>
          <a:bodyPr lIns="91440" rIns="91440" tIns="45720" bIns="45720" anchor="t">
            <a:noAutofit/>
          </a:bodyPr>
          <a:p>
            <a:pPr marL="343080" indent="-343080" defTabSz="457200">
              <a:lnSpc>
                <a:spcPct val="15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38" name="PlaceHolder 3"/>
          <p:cNvSpPr>
            <a:spLocks noGrp="1"/>
          </p:cNvSpPr>
          <p:nvPr>
            <p:ph type="title"/>
          </p:nvPr>
        </p:nvSpPr>
        <p:spPr>
          <a:xfrm>
            <a:off x="660240" y="805320"/>
            <a:ext cx="4274640" cy="830520"/>
          </a:xfrm>
          <a:prstGeom prst="rect">
            <a:avLst/>
          </a:prstGeom>
          <a:noFill/>
          <a:ln w="0">
            <a:noFill/>
          </a:ln>
        </p:spPr>
        <p:txBody>
          <a:bodyPr lIns="91440" rIns="91440" tIns="45720" bIns="45720" anchor="t">
            <a:noAutofit/>
          </a:bodyPr>
          <a:p>
            <a:pPr indent="0"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8" r:id="rId2"/>
    <p:sldLayoutId id="2147483669"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42" name="Group 43"/>
          <p:cNvGrpSpPr/>
          <p:nvPr/>
        </p:nvGrpSpPr>
        <p:grpSpPr>
          <a:xfrm>
            <a:off x="0" y="-8640"/>
            <a:ext cx="12191760" cy="6866640"/>
            <a:chOff x="0" y="-8640"/>
            <a:chExt cx="12191760" cy="6866640"/>
          </a:xfrm>
        </p:grpSpPr>
        <p:cxnSp>
          <p:nvCxnSpPr>
            <p:cNvPr id="243"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244"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24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2"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5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10511E8B-A9FC-439E-AC0D-3C745953B519}"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25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5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0D4E95D8-D618-44EE-AE15-C2DD2E955D95}"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56" name="PlaceHolder 1"/>
          <p:cNvSpPr>
            <a:spLocks noGrp="1"/>
          </p:cNvSpPr>
          <p:nvPr>
            <p:ph type="body"/>
          </p:nvPr>
        </p:nvSpPr>
        <p:spPr>
          <a:xfrm>
            <a:off x="660240" y="2044800"/>
            <a:ext cx="4274640" cy="356040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pPr>
            <a:r>
              <a:rPr b="0" lang="en-US" sz="2000" spc="-1" strike="noStrike">
                <a:solidFill>
                  <a:schemeClr val="dk1">
                    <a:lumMod val="75000"/>
                    <a:lumOff val="25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57" name="Rectangle 18"/>
          <p:cNvSpPr/>
          <p:nvPr/>
        </p:nvSpPr>
        <p:spPr>
          <a:xfrm>
            <a:off x="9354600" y="5364000"/>
            <a:ext cx="456840" cy="456840"/>
          </a:xfrm>
          <a:prstGeom prst="rect">
            <a:avLst/>
          </a:prstGeom>
          <a:solidFill>
            <a:schemeClr val="accent5"/>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258" name="Rectangle 20"/>
          <p:cNvSpPr/>
          <p:nvPr/>
        </p:nvSpPr>
        <p:spPr>
          <a:xfrm>
            <a:off x="6692760" y="1699920"/>
            <a:ext cx="319320" cy="319320"/>
          </a:xfrm>
          <a:prstGeom prst="rect">
            <a:avLst/>
          </a:prstGeom>
          <a:solidFill>
            <a:schemeClr val="accent2"/>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259" name="Rectangle 22"/>
          <p:cNvSpPr/>
          <p:nvPr/>
        </p:nvSpPr>
        <p:spPr>
          <a:xfrm>
            <a:off x="9354600" y="5897880"/>
            <a:ext cx="179640" cy="179640"/>
          </a:xfrm>
          <a:prstGeom prst="rect">
            <a:avLst/>
          </a:prstGeom>
          <a:solidFill>
            <a:schemeClr val="accent4"/>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260" name="PlaceHolder 2"/>
          <p:cNvSpPr>
            <a:spLocks noGrp="1"/>
          </p:cNvSpPr>
          <p:nvPr>
            <p:ph type="body"/>
          </p:nvPr>
        </p:nvSpPr>
        <p:spPr>
          <a:xfrm>
            <a:off x="7090200" y="786240"/>
            <a:ext cx="4440960" cy="5392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61" name="PlaceHolder 3"/>
          <p:cNvSpPr>
            <a:spLocks noGrp="1"/>
          </p:cNvSpPr>
          <p:nvPr>
            <p:ph type="title"/>
          </p:nvPr>
        </p:nvSpPr>
        <p:spPr>
          <a:xfrm>
            <a:off x="660240" y="805320"/>
            <a:ext cx="4274640" cy="830520"/>
          </a:xfrm>
          <a:prstGeom prst="rect">
            <a:avLst/>
          </a:prstGeom>
          <a:noFill/>
          <a:ln w="0">
            <a:noFill/>
          </a:ln>
        </p:spPr>
        <p:txBody>
          <a:bodyPr lIns="91440" rIns="91440" tIns="45720" bIns="45720" anchor="t">
            <a:noAutofit/>
          </a:bodyPr>
          <a:p>
            <a:pPr indent="0"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67" name="Group 43"/>
          <p:cNvGrpSpPr/>
          <p:nvPr/>
        </p:nvGrpSpPr>
        <p:grpSpPr>
          <a:xfrm>
            <a:off x="0" y="-8640"/>
            <a:ext cx="12191760" cy="6866640"/>
            <a:chOff x="0" y="-8640"/>
            <a:chExt cx="12191760" cy="6866640"/>
          </a:xfrm>
        </p:grpSpPr>
        <p:cxnSp>
          <p:nvCxnSpPr>
            <p:cNvPr id="268"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269"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27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2"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7"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78"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45E5378F-A890-4969-9483-5A8A0965702D}"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279"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80"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0BDDE872-4F09-41D2-84D1-592AFF736CDF}"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81"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282"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864000" indent="-324000" defTabSz="457200">
              <a:lnSpc>
                <a:spcPct val="100000"/>
              </a:lnSpc>
              <a:spcBef>
                <a:spcPts val="1001"/>
              </a:spcBef>
              <a:buClr>
                <a:srgbClr val="000000"/>
              </a:buClr>
              <a:buSzPct val="75000"/>
              <a:buFont typeface="Symbol"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296000" indent="-288000" defTabSz="457200">
              <a:lnSpc>
                <a:spcPct val="100000"/>
              </a:lnSpc>
              <a:spcBef>
                <a:spcPts val="1001"/>
              </a:spcBef>
              <a:buClr>
                <a:srgbClr val="000000"/>
              </a:buClr>
              <a:buSzPct val="45000"/>
              <a:buFont typeface="Wingdings"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728000" indent="-216000" defTabSz="457200">
              <a:lnSpc>
                <a:spcPct val="100000"/>
              </a:lnSpc>
              <a:spcBef>
                <a:spcPts val="1001"/>
              </a:spcBef>
              <a:buClr>
                <a:srgbClr val="000000"/>
              </a:buClr>
              <a:buSzPct val="75000"/>
              <a:buFont typeface="Symbol"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160000" indent="-216000" defTabSz="457200">
              <a:lnSpc>
                <a:spcPct val="100000"/>
              </a:lnSpc>
              <a:spcBef>
                <a:spcPts val="1001"/>
              </a:spcBef>
              <a:buClr>
                <a:srgbClr val="000000"/>
              </a:buClr>
              <a:buSzPct val="45000"/>
              <a:buFont typeface="Wingdings"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283" name="PlaceHolder 3"/>
          <p:cNvSpPr>
            <a:spLocks noGrp="1"/>
          </p:cNvSpPr>
          <p:nvPr>
            <p:ph type="dt" idx="25"/>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284" name="PlaceHolder 4"/>
          <p:cNvSpPr>
            <a:spLocks noGrp="1"/>
          </p:cNvSpPr>
          <p:nvPr>
            <p:ph type="ftr" idx="2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5" name="PlaceHolder 5"/>
          <p:cNvSpPr>
            <a:spLocks noGrp="1"/>
          </p:cNvSpPr>
          <p:nvPr>
            <p:ph type="sldNum" idx="27"/>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48FEE7FB-DBB0-4929-AFA7-8F2D5E12AA3A}"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86" name="Group 43"/>
          <p:cNvGrpSpPr/>
          <p:nvPr/>
        </p:nvGrpSpPr>
        <p:grpSpPr>
          <a:xfrm>
            <a:off x="0" y="-8640"/>
            <a:ext cx="12191760" cy="6866640"/>
            <a:chOff x="0" y="-8640"/>
            <a:chExt cx="12191760" cy="6866640"/>
          </a:xfrm>
        </p:grpSpPr>
        <p:cxnSp>
          <p:nvCxnSpPr>
            <p:cNvPr id="287"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288"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28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97"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2BEBB5EC-1173-411D-926E-3BA1F37A1A00}"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298"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99"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A480B857-1062-47A3-A909-329509A0D65A}"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00" name="PlaceHolder 1"/>
          <p:cNvSpPr>
            <a:spLocks noGrp="1"/>
          </p:cNvSpPr>
          <p:nvPr>
            <p:ph type="body"/>
          </p:nvPr>
        </p:nvSpPr>
        <p:spPr>
          <a:xfrm>
            <a:off x="5353560" y="2555640"/>
            <a:ext cx="1484640" cy="1279800"/>
          </a:xfrm>
          <a:prstGeom prst="rect">
            <a:avLst/>
          </a:prstGeom>
          <a:noFill/>
          <a:ln w="0">
            <a:noFill/>
          </a:ln>
        </p:spPr>
        <p:txBody>
          <a:bodyPr lIns="90000" rIns="90000" tIns="45000" bIns="45000" anchor="ctr">
            <a:noAutofit/>
          </a:bodyPr>
          <a:p>
            <a:pPr marL="432000" indent="-324000" algn="ctr" defTabSz="457200">
              <a:lnSpc>
                <a:spcPct val="100000"/>
              </a:lnSpc>
              <a:buClr>
                <a:srgbClr val="000000"/>
              </a:buClr>
              <a:buSzPct val="45000"/>
              <a:buFont typeface="Wingdings" charset="2"/>
              <a:buChar char=""/>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301" name="PlaceHolder 2"/>
          <p:cNvSpPr>
            <a:spLocks noGrp="1"/>
          </p:cNvSpPr>
          <p:nvPr>
            <p:ph type="body"/>
          </p:nvPr>
        </p:nvSpPr>
        <p:spPr>
          <a:xfrm>
            <a:off x="311580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302" name="PlaceHolder 3"/>
          <p:cNvSpPr>
            <a:spLocks noGrp="1"/>
          </p:cNvSpPr>
          <p:nvPr>
            <p:ph type="body"/>
          </p:nvPr>
        </p:nvSpPr>
        <p:spPr>
          <a:xfrm>
            <a:off x="760248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303" name="PlaceHolder 4"/>
          <p:cNvSpPr>
            <a:spLocks noGrp="1"/>
          </p:cNvSpPr>
          <p:nvPr>
            <p:ph type="body"/>
          </p:nvPr>
        </p:nvSpPr>
        <p:spPr>
          <a:xfrm>
            <a:off x="983988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304" name="PlaceHolder 5"/>
          <p:cNvSpPr>
            <a:spLocks noGrp="1"/>
          </p:cNvSpPr>
          <p:nvPr>
            <p:ph type="title"/>
          </p:nvPr>
        </p:nvSpPr>
        <p:spPr>
          <a:xfrm>
            <a:off x="432000" y="647640"/>
            <a:ext cx="11339640" cy="699840"/>
          </a:xfrm>
          <a:prstGeom prst="rect">
            <a:avLst/>
          </a:prstGeom>
          <a:noFill/>
          <a:ln w="0">
            <a:noFill/>
          </a:ln>
        </p:spPr>
        <p:txBody>
          <a:bodyPr lIns="91440" rIns="91440" tIns="45720" bIns="45720" anchor="ctr">
            <a:noAutofit/>
          </a:bodyPr>
          <a:p>
            <a:pPr indent="0" algn="ctr"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
        <p:nvSpPr>
          <p:cNvPr id="305" name="Hexagon 8"/>
          <p:cNvSpPr/>
          <p:nvPr/>
        </p:nvSpPr>
        <p:spPr>
          <a:xfrm>
            <a:off x="546840" y="3467520"/>
            <a:ext cx="457920" cy="394560"/>
          </a:xfrm>
          <a:prstGeom prst="hexagon">
            <a:avLst>
              <a:gd name="adj" fmla="val 25000"/>
              <a:gd name="vf" fmla="val 115470"/>
            </a:avLst>
          </a:prstGeom>
          <a:solidFill>
            <a:schemeClr val="accent1"/>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306" name="Hexagon 9"/>
          <p:cNvSpPr/>
          <p:nvPr/>
        </p:nvSpPr>
        <p:spPr>
          <a:xfrm>
            <a:off x="11113200" y="2394720"/>
            <a:ext cx="358200" cy="308520"/>
          </a:xfrm>
          <a:prstGeom prst="hexagon">
            <a:avLst>
              <a:gd name="adj" fmla="val 25000"/>
              <a:gd name="vf" fmla="val 115470"/>
            </a:avLst>
          </a:prstGeom>
          <a:solidFill>
            <a:schemeClr val="accent2"/>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307" name="Hexagon 10"/>
          <p:cNvSpPr/>
          <p:nvPr/>
        </p:nvSpPr>
        <p:spPr>
          <a:xfrm>
            <a:off x="10882800" y="2202120"/>
            <a:ext cx="230400" cy="198360"/>
          </a:xfrm>
          <a:prstGeom prst="hexagon">
            <a:avLst>
              <a:gd name="adj" fmla="val 25000"/>
              <a:gd name="vf" fmla="val 115470"/>
            </a:avLst>
          </a:prstGeom>
          <a:solidFill>
            <a:schemeClr val="lt2"/>
          </a:solidFill>
          <a:ln w="19080">
            <a:noFill/>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308" name="PlaceHolder 6"/>
          <p:cNvSpPr>
            <a:spLocks noGrp="1"/>
          </p:cNvSpPr>
          <p:nvPr>
            <p:ph type="body"/>
          </p:nvPr>
        </p:nvSpPr>
        <p:spPr>
          <a:xfrm>
            <a:off x="5468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09" name="PlaceHolder 7"/>
          <p:cNvSpPr>
            <a:spLocks noGrp="1"/>
          </p:cNvSpPr>
          <p:nvPr>
            <p:ph type="body"/>
          </p:nvPr>
        </p:nvSpPr>
        <p:spPr>
          <a:xfrm>
            <a:off x="55656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310" name="PlaceHolder 8"/>
          <p:cNvSpPr>
            <a:spLocks noGrp="1"/>
          </p:cNvSpPr>
          <p:nvPr>
            <p:ph type="body"/>
          </p:nvPr>
        </p:nvSpPr>
        <p:spPr>
          <a:xfrm>
            <a:off x="27896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11" name="PlaceHolder 9"/>
          <p:cNvSpPr>
            <a:spLocks noGrp="1"/>
          </p:cNvSpPr>
          <p:nvPr>
            <p:ph type="body"/>
          </p:nvPr>
        </p:nvSpPr>
        <p:spPr>
          <a:xfrm>
            <a:off x="27896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312" name="PlaceHolder 10"/>
          <p:cNvSpPr>
            <a:spLocks noGrp="1"/>
          </p:cNvSpPr>
          <p:nvPr>
            <p:ph type="body"/>
          </p:nvPr>
        </p:nvSpPr>
        <p:spPr>
          <a:xfrm>
            <a:off x="50324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13" name="PlaceHolder 11"/>
          <p:cNvSpPr>
            <a:spLocks noGrp="1"/>
          </p:cNvSpPr>
          <p:nvPr>
            <p:ph type="body"/>
          </p:nvPr>
        </p:nvSpPr>
        <p:spPr>
          <a:xfrm>
            <a:off x="502920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314" name="PlaceHolder 12"/>
          <p:cNvSpPr>
            <a:spLocks noGrp="1"/>
          </p:cNvSpPr>
          <p:nvPr>
            <p:ph type="body"/>
          </p:nvPr>
        </p:nvSpPr>
        <p:spPr>
          <a:xfrm>
            <a:off x="72752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15" name="PlaceHolder 13"/>
          <p:cNvSpPr>
            <a:spLocks noGrp="1"/>
          </p:cNvSpPr>
          <p:nvPr>
            <p:ph type="body"/>
          </p:nvPr>
        </p:nvSpPr>
        <p:spPr>
          <a:xfrm>
            <a:off x="72752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316" name="PlaceHolder 14"/>
          <p:cNvSpPr>
            <a:spLocks noGrp="1"/>
          </p:cNvSpPr>
          <p:nvPr>
            <p:ph type="body"/>
          </p:nvPr>
        </p:nvSpPr>
        <p:spPr>
          <a:xfrm>
            <a:off x="95180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17" name="PlaceHolder 15"/>
          <p:cNvSpPr>
            <a:spLocks noGrp="1"/>
          </p:cNvSpPr>
          <p:nvPr>
            <p:ph type="body"/>
          </p:nvPr>
        </p:nvSpPr>
        <p:spPr>
          <a:xfrm>
            <a:off x="95180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318" name="PlaceHolder 16"/>
          <p:cNvSpPr>
            <a:spLocks noGrp="1"/>
          </p:cNvSpPr>
          <p:nvPr>
            <p:ph type="body"/>
          </p:nvPr>
        </p:nvSpPr>
        <p:spPr>
          <a:xfrm>
            <a:off x="87840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Tree>
  </p:cSld>
  <p:clrMap bg1="lt1" bg2="lt2" tx1="dk1" tx2="dk2" accent1="accent1" accent2="accent2" accent3="accent3" accent4="accent4" accent5="accent5" accent6="accent6" hlink="hlink" folHlink="folHlink"/>
  <p:sldLayoutIdLst>
    <p:sldLayoutId id="2147483676"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319" name="Group 43"/>
          <p:cNvGrpSpPr/>
          <p:nvPr/>
        </p:nvGrpSpPr>
        <p:grpSpPr>
          <a:xfrm>
            <a:off x="0" y="-8640"/>
            <a:ext cx="12191760" cy="6866640"/>
            <a:chOff x="0" y="-8640"/>
            <a:chExt cx="12191760" cy="6866640"/>
          </a:xfrm>
        </p:grpSpPr>
        <p:cxnSp>
          <p:nvCxnSpPr>
            <p:cNvPr id="320"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321"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32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9"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30"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6AA3BD53-7AB5-40F8-A584-A8DD10CFD860}" type="datetime1">
              <a:rPr b="0" lang="en-US" sz="1100" spc="-1" strike="noStrike">
                <a:solidFill>
                  <a:schemeClr val="accent2"/>
                </a:solidFill>
                <a:latin typeface="Trebuchet MS"/>
              </a:rPr>
              <a:t>09/10/2026</a:t>
            </a:fld>
            <a:endParaRPr b="0" lang="en-US" sz="1100" spc="-1" strike="noStrike">
              <a:solidFill>
                <a:srgbClr val="ffffff"/>
              </a:solidFill>
              <a:latin typeface="Arial"/>
            </a:endParaRPr>
          </a:p>
        </p:txBody>
      </p:sp>
      <p:sp>
        <p:nvSpPr>
          <p:cNvPr id="331"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ffffff"/>
              </a:solidFill>
              <a:latin typeface="Arial"/>
            </a:endParaRPr>
          </a:p>
        </p:txBody>
      </p:sp>
      <p:sp>
        <p:nvSpPr>
          <p:cNvPr id="332"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FB269E8C-735C-4053-9B13-F880284F3378}" type="slidenum">
              <a:rPr b="0" lang="en-US" sz="1100" spc="-1" strike="noStrike">
                <a:solidFill>
                  <a:schemeClr val="accent4"/>
                </a:solidFill>
                <a:latin typeface="Trebuchet MS"/>
              </a:rPr>
              <a:t>&lt;number&gt;</a:t>
            </a:fld>
            <a:endParaRPr b="0" lang="en-US" sz="1100" spc="-1" strike="noStrike">
              <a:solidFill>
                <a:srgbClr val="ffffff"/>
              </a:solidFill>
              <a:latin typeface="Arial"/>
            </a:endParaRPr>
          </a:p>
        </p:txBody>
      </p:sp>
      <p:sp>
        <p:nvSpPr>
          <p:cNvPr id="333" name="PlaceHolder 1"/>
          <p:cNvSpPr>
            <a:spLocks noGrp="1"/>
          </p:cNvSpPr>
          <p:nvPr>
            <p:ph type="body"/>
          </p:nvPr>
        </p:nvSpPr>
        <p:spPr>
          <a:xfrm>
            <a:off x="0" y="0"/>
            <a:ext cx="12191760" cy="6857640"/>
          </a:xfrm>
          <a:prstGeom prst="rect">
            <a:avLst/>
          </a:prstGeom>
          <a:noFill/>
          <a:ln w="0">
            <a:noFill/>
          </a:ln>
        </p:spPr>
        <p:txBody>
          <a:bodyPr lIns="90000" rIns="90000" tIns="45000" bIns="45000" anchor="t">
            <a:noAutofit/>
          </a:bodyPr>
          <a:p>
            <a:pPr marL="432000" indent="-324000" defTabSz="457200">
              <a:lnSpc>
                <a:spcPct val="100000"/>
              </a:lnSpc>
              <a:buClr>
                <a:srgbClr val="ffffff"/>
              </a:buClr>
              <a:buSzPct val="45000"/>
              <a:buFont typeface="Wingdings" charset="2"/>
              <a:buChar char=""/>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334" name="Rectangle 1"/>
          <p:cNvSpPr/>
          <p:nvPr/>
        </p:nvSpPr>
        <p:spPr>
          <a:xfrm>
            <a:off x="3718440" y="1181160"/>
            <a:ext cx="4754520" cy="4495320"/>
          </a:xfrm>
          <a:prstGeom prst="rect">
            <a:avLst/>
          </a:prstGeom>
          <a:solidFill>
            <a:schemeClr val="accent5">
              <a:alpha val="40000"/>
            </a:schemeClr>
          </a:solidFill>
          <a:ln cap="rnd" w="60480">
            <a:solidFill>
              <a:schemeClr val="lt1"/>
            </a:solidFill>
            <a:round/>
          </a:ln>
        </p:spPr>
        <p:style>
          <a:lnRef idx="0"/>
          <a:fillRef idx="0"/>
          <a:effectRef idx="0"/>
          <a:fontRef idx="minor"/>
        </p:style>
        <p:txBody>
          <a:bodyPr lIns="90000" rIns="90000" tIns="45000" bIns="45000" anchor="ctr">
            <a:noAutofit/>
          </a:bodyPr>
          <a:p>
            <a:endParaRPr b="0" lang="en-US" sz="1800" spc="-1" strike="noStrike">
              <a:solidFill>
                <a:schemeClr val="lt1"/>
              </a:solidFill>
              <a:latin typeface="Trebuchet MS"/>
            </a:endParaRPr>
          </a:p>
        </p:txBody>
      </p:sp>
      <p:sp>
        <p:nvSpPr>
          <p:cNvPr id="335" name="PlaceHolder 2"/>
          <p:cNvSpPr>
            <a:spLocks noGrp="1"/>
          </p:cNvSpPr>
          <p:nvPr>
            <p:ph type="body"/>
          </p:nvPr>
        </p:nvSpPr>
        <p:spPr>
          <a:xfrm>
            <a:off x="4149000" y="4859640"/>
            <a:ext cx="3924720" cy="490320"/>
          </a:xfrm>
          <a:prstGeom prst="rect">
            <a:avLst/>
          </a:prstGeom>
          <a:noFill/>
          <a:ln w="0">
            <a:noFill/>
          </a:ln>
        </p:spPr>
        <p:txBody>
          <a:bodyPr lIns="91440" rIns="91440" tIns="45720" bIns="45720" anchor="t">
            <a:noAutofit/>
          </a:bodyPr>
          <a:p>
            <a:pPr marL="343080" indent="-343080" algn="r" defTabSz="457200">
              <a:lnSpc>
                <a:spcPct val="100000"/>
              </a:lnSpc>
              <a:spcBef>
                <a:spcPts val="1001"/>
              </a:spcBef>
              <a:buNone/>
              <a:tabLst>
                <a:tab algn="l" pos="0"/>
              </a:tabLst>
            </a:pPr>
            <a:r>
              <a:rPr b="1" lang="en-US" sz="2400" spc="-1" strike="noStrike">
                <a:solidFill>
                  <a:schemeClr val="accent4"/>
                </a:solidFill>
                <a:latin typeface="Calibri"/>
              </a:rPr>
              <a:t>Click to edit text</a:t>
            </a:r>
            <a:endParaRPr b="0" lang="en-US" sz="2400" spc="-1" strike="noStrike">
              <a:solidFill>
                <a:schemeClr val="dk1">
                  <a:lumMod val="75000"/>
                  <a:lumOff val="25000"/>
                </a:schemeClr>
              </a:solidFill>
              <a:latin typeface="Trebuchet MS"/>
            </a:endParaRPr>
          </a:p>
        </p:txBody>
      </p:sp>
      <p:sp>
        <p:nvSpPr>
          <p:cNvPr id="336" name="PlaceHolder 3"/>
          <p:cNvSpPr>
            <a:spLocks noGrp="1"/>
          </p:cNvSpPr>
          <p:nvPr>
            <p:ph type="title"/>
          </p:nvPr>
        </p:nvSpPr>
        <p:spPr>
          <a:xfrm>
            <a:off x="4149000" y="1529640"/>
            <a:ext cx="3924720" cy="1695240"/>
          </a:xfrm>
          <a:prstGeom prst="rect">
            <a:avLst/>
          </a:prstGeom>
          <a:noFill/>
          <a:ln w="0">
            <a:noFill/>
          </a:ln>
        </p:spPr>
        <p:txBody>
          <a:bodyPr lIns="91440" rIns="91440" tIns="45720" bIns="45720" anchor="t">
            <a:noAutofit/>
          </a:bodyPr>
          <a:p>
            <a:pPr indent="0" defTabSz="457200">
              <a:lnSpc>
                <a:spcPct val="100000"/>
              </a:lnSpc>
              <a:spcBef>
                <a:spcPts val="1001"/>
              </a:spcBef>
              <a:buNone/>
            </a:pPr>
            <a:r>
              <a:rPr b="1" lang="en-US" sz="4800" spc="-1" strike="noStrike">
                <a:solidFill>
                  <a:schemeClr val="lt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37" name="Group 43"/>
          <p:cNvGrpSpPr/>
          <p:nvPr/>
        </p:nvGrpSpPr>
        <p:grpSpPr>
          <a:xfrm>
            <a:off x="0" y="-8640"/>
            <a:ext cx="12191760" cy="6866640"/>
            <a:chOff x="0" y="-8640"/>
            <a:chExt cx="12191760" cy="6866640"/>
          </a:xfrm>
        </p:grpSpPr>
        <p:cxnSp>
          <p:nvCxnSpPr>
            <p:cNvPr id="338"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339"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34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2"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48"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F21816A3-681D-4700-9761-07A6F31BD6F6}"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349"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350"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E4C07F05-5BE6-4777-8515-30827C5FBDDB}"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51" name="PlaceHolder 1"/>
          <p:cNvSpPr>
            <a:spLocks noGrp="1"/>
          </p:cNvSpPr>
          <p:nvPr>
            <p:ph type="title"/>
          </p:nvPr>
        </p:nvSpPr>
        <p:spPr>
          <a:xfrm>
            <a:off x="677160" y="2700720"/>
            <a:ext cx="8596440" cy="182628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accent1"/>
                </a:solidFill>
                <a:latin typeface="Trebuchet MS"/>
              </a:rPr>
              <a:t>Click to edit Master title style</a:t>
            </a:r>
            <a:endParaRPr b="0" lang="en-US" sz="4000" spc="-1" strike="noStrike">
              <a:solidFill>
                <a:schemeClr val="dk1"/>
              </a:solidFill>
              <a:latin typeface="Trebuchet MS"/>
            </a:endParaRPr>
          </a:p>
        </p:txBody>
      </p:sp>
      <p:sp>
        <p:nvSpPr>
          <p:cNvPr id="352" name="PlaceHolder 2"/>
          <p:cNvSpPr>
            <a:spLocks noGrp="1"/>
          </p:cNvSpPr>
          <p:nvPr>
            <p:ph type="body"/>
          </p:nvPr>
        </p:nvSpPr>
        <p:spPr>
          <a:xfrm>
            <a:off x="677160" y="4527360"/>
            <a:ext cx="8596440" cy="86004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tabLst>
                <a:tab algn="l" pos="0"/>
              </a:tabLst>
            </a:pPr>
            <a:r>
              <a:rPr b="0" lang="en-US" sz="2000" spc="-1" strike="noStrike">
                <a:solidFill>
                  <a:schemeClr val="dk1">
                    <a:lumMod val="50000"/>
                    <a:lumOff val="50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53" name="PlaceHolder 3"/>
          <p:cNvSpPr>
            <a:spLocks noGrp="1"/>
          </p:cNvSpPr>
          <p:nvPr>
            <p:ph type="dt" idx="28"/>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354" name="PlaceHolder 4"/>
          <p:cNvSpPr>
            <a:spLocks noGrp="1"/>
          </p:cNvSpPr>
          <p:nvPr>
            <p:ph type="ftr" idx="29"/>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55" name="PlaceHolder 5"/>
          <p:cNvSpPr>
            <a:spLocks noGrp="1"/>
          </p:cNvSpPr>
          <p:nvPr>
            <p:ph type="sldNum" idx="30"/>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9B7D8C3A-AC81-45C3-9A12-B968F5998F8C}"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56" name="Group 43"/>
          <p:cNvGrpSpPr/>
          <p:nvPr/>
        </p:nvGrpSpPr>
        <p:grpSpPr>
          <a:xfrm>
            <a:off x="0" y="-8640"/>
            <a:ext cx="12191760" cy="6866640"/>
            <a:chOff x="0" y="-8640"/>
            <a:chExt cx="12191760" cy="6866640"/>
          </a:xfrm>
        </p:grpSpPr>
        <p:cxnSp>
          <p:nvCxnSpPr>
            <p:cNvPr id="357"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358"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35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6"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67"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C592F316-B8C5-4AF1-9FC0-DC593185A2CC}"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368"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369"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D5C6B7B8-2CC7-4F52-9498-551B17E6C319}"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7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71" name="PlaceHolder 2"/>
          <p:cNvSpPr>
            <a:spLocks noGrp="1"/>
          </p:cNvSpPr>
          <p:nvPr>
            <p:ph type="body"/>
          </p:nvPr>
        </p:nvSpPr>
        <p:spPr>
          <a:xfrm>
            <a:off x="677160" y="2160720"/>
            <a:ext cx="4183560" cy="388044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864000" indent="-324000" defTabSz="457200">
              <a:lnSpc>
                <a:spcPct val="100000"/>
              </a:lnSpc>
              <a:spcBef>
                <a:spcPts val="1001"/>
              </a:spcBef>
              <a:buClr>
                <a:srgbClr val="000000"/>
              </a:buClr>
              <a:buSzPct val="75000"/>
              <a:buFont typeface="Symbol"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296000" indent="-288000" defTabSz="457200">
              <a:lnSpc>
                <a:spcPct val="100000"/>
              </a:lnSpc>
              <a:spcBef>
                <a:spcPts val="1001"/>
              </a:spcBef>
              <a:buClr>
                <a:srgbClr val="000000"/>
              </a:buClr>
              <a:buSzPct val="45000"/>
              <a:buFont typeface="Wingdings"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728000" indent="-216000" defTabSz="457200">
              <a:lnSpc>
                <a:spcPct val="100000"/>
              </a:lnSpc>
              <a:spcBef>
                <a:spcPts val="1001"/>
              </a:spcBef>
              <a:buClr>
                <a:srgbClr val="000000"/>
              </a:buClr>
              <a:buSzPct val="75000"/>
              <a:buFont typeface="Symbol"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160000" indent="-216000" defTabSz="457200">
              <a:lnSpc>
                <a:spcPct val="100000"/>
              </a:lnSpc>
              <a:spcBef>
                <a:spcPts val="1001"/>
              </a:spcBef>
              <a:buClr>
                <a:srgbClr val="000000"/>
              </a:buClr>
              <a:buSzPct val="45000"/>
              <a:buFont typeface="Wingdings"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72" name="PlaceHolder 3"/>
          <p:cNvSpPr>
            <a:spLocks noGrp="1"/>
          </p:cNvSpPr>
          <p:nvPr>
            <p:ph type="body"/>
          </p:nvPr>
        </p:nvSpPr>
        <p:spPr>
          <a:xfrm>
            <a:off x="509004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73" name="PlaceHolder 4"/>
          <p:cNvSpPr>
            <a:spLocks noGrp="1"/>
          </p:cNvSpPr>
          <p:nvPr>
            <p:ph type="dt" idx="3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374" name="PlaceHolder 5"/>
          <p:cNvSpPr>
            <a:spLocks noGrp="1"/>
          </p:cNvSpPr>
          <p:nvPr>
            <p:ph type="ftr" idx="3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5" name="PlaceHolder 6"/>
          <p:cNvSpPr>
            <a:spLocks noGrp="1"/>
          </p:cNvSpPr>
          <p:nvPr>
            <p:ph type="sldNum" idx="3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9FBA7693-AD83-4988-A00F-59B0B5F28566}"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76" name="Group 43"/>
          <p:cNvGrpSpPr/>
          <p:nvPr/>
        </p:nvGrpSpPr>
        <p:grpSpPr>
          <a:xfrm>
            <a:off x="0" y="-8640"/>
            <a:ext cx="12191760" cy="6866640"/>
            <a:chOff x="0" y="-8640"/>
            <a:chExt cx="12191760" cy="6866640"/>
          </a:xfrm>
        </p:grpSpPr>
        <p:cxnSp>
          <p:nvCxnSpPr>
            <p:cNvPr id="377"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378"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37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6"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87"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D57829C3-6D69-4AB2-BE6D-E51F9DFE72B2}"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388"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389"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12984329-C368-4628-B548-211877246AC2}"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9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91" name="PlaceHolder 2"/>
          <p:cNvSpPr>
            <a:spLocks noGrp="1"/>
          </p:cNvSpPr>
          <p:nvPr>
            <p:ph type="body"/>
          </p:nvPr>
        </p:nvSpPr>
        <p:spPr>
          <a:xfrm>
            <a:off x="675720" y="2161080"/>
            <a:ext cx="4185360" cy="576000"/>
          </a:xfrm>
          <a:prstGeom prst="rect">
            <a:avLst/>
          </a:prstGeom>
          <a:noFill/>
          <a:ln w="0">
            <a:noFill/>
          </a:ln>
        </p:spPr>
        <p:txBody>
          <a:bodyPr lIns="91440" rIns="91440" tIns="45720" bIns="45720" anchor="b">
            <a:noAutofit/>
          </a:bodyPr>
          <a:p>
            <a:pPr marL="432000" indent="-324000" defTabSz="457200">
              <a:lnSpc>
                <a:spcPct val="100000"/>
              </a:lnSpc>
              <a:spcBef>
                <a:spcPts val="1001"/>
              </a:spcBef>
              <a:buClr>
                <a:srgbClr val="000000"/>
              </a:buClr>
              <a:buSzPct val="45000"/>
              <a:buFont typeface="Wingdings" charset="2"/>
              <a:buChar char=""/>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392" name="PlaceHolder 3"/>
          <p:cNvSpPr>
            <a:spLocks noGrp="1"/>
          </p:cNvSpPr>
          <p:nvPr>
            <p:ph type="body"/>
          </p:nvPr>
        </p:nvSpPr>
        <p:spPr>
          <a:xfrm>
            <a:off x="67572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93" name="PlaceHolder 4"/>
          <p:cNvSpPr>
            <a:spLocks noGrp="1"/>
          </p:cNvSpPr>
          <p:nvPr>
            <p:ph type="body"/>
          </p:nvPr>
        </p:nvSpPr>
        <p:spPr>
          <a:xfrm>
            <a:off x="508824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394" name="PlaceHolder 5"/>
          <p:cNvSpPr>
            <a:spLocks noGrp="1"/>
          </p:cNvSpPr>
          <p:nvPr>
            <p:ph type="body"/>
          </p:nvPr>
        </p:nvSpPr>
        <p:spPr>
          <a:xfrm>
            <a:off x="508824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95" name="PlaceHolder 6"/>
          <p:cNvSpPr>
            <a:spLocks noGrp="1"/>
          </p:cNvSpPr>
          <p:nvPr>
            <p:ph type="dt" idx="3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396" name="PlaceHolder 7"/>
          <p:cNvSpPr>
            <a:spLocks noGrp="1"/>
          </p:cNvSpPr>
          <p:nvPr>
            <p:ph type="ftr" idx="3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97" name="PlaceHolder 8"/>
          <p:cNvSpPr>
            <a:spLocks noGrp="1"/>
          </p:cNvSpPr>
          <p:nvPr>
            <p:ph type="sldNum" idx="3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2A9CAB4C-0E91-4BC1-87BF-4924012D308E}"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98" name="Group 43"/>
          <p:cNvGrpSpPr/>
          <p:nvPr/>
        </p:nvGrpSpPr>
        <p:grpSpPr>
          <a:xfrm>
            <a:off x="0" y="-8640"/>
            <a:ext cx="12191760" cy="6866640"/>
            <a:chOff x="0" y="-8640"/>
            <a:chExt cx="12191760" cy="6866640"/>
          </a:xfrm>
        </p:grpSpPr>
        <p:cxnSp>
          <p:nvCxnSpPr>
            <p:cNvPr id="399"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400"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40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3"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7"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8"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09"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5699746-D85E-4313-A86B-50B192B30D9A}"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410"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11"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E57DAF9C-237A-4658-B637-6F2D87A5EFC8}"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12"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413" name="PlaceHolder 2"/>
          <p:cNvSpPr>
            <a:spLocks noGrp="1"/>
          </p:cNvSpPr>
          <p:nvPr>
            <p:ph type="dt" idx="3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414" name="PlaceHolder 3"/>
          <p:cNvSpPr>
            <a:spLocks noGrp="1"/>
          </p:cNvSpPr>
          <p:nvPr>
            <p:ph type="ftr" idx="3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5" name="PlaceHolder 4"/>
          <p:cNvSpPr>
            <a:spLocks noGrp="1"/>
          </p:cNvSpPr>
          <p:nvPr>
            <p:ph type="sldNum" idx="3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3E584265-0451-4F46-B76B-1E829BB3E769}"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16" name="Group 43"/>
          <p:cNvGrpSpPr/>
          <p:nvPr/>
        </p:nvGrpSpPr>
        <p:grpSpPr>
          <a:xfrm>
            <a:off x="0" y="-8640"/>
            <a:ext cx="12191760" cy="6866640"/>
            <a:chOff x="0" y="-8640"/>
            <a:chExt cx="12191760" cy="6866640"/>
          </a:xfrm>
        </p:grpSpPr>
        <p:cxnSp>
          <p:nvCxnSpPr>
            <p:cNvPr id="417"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418"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41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6"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27"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56695942-59B2-4563-A378-A4673FBAC32E}"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428"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29"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1B52E11B-D724-495C-A991-52D1B7BBBCBF}"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30" name="PlaceHolder 1"/>
          <p:cNvSpPr>
            <a:spLocks noGrp="1"/>
          </p:cNvSpPr>
          <p:nvPr>
            <p:ph type="dt" idx="4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431" name="PlaceHolder 2"/>
          <p:cNvSpPr>
            <a:spLocks noGrp="1"/>
          </p:cNvSpPr>
          <p:nvPr>
            <p:ph type="ftr" idx="4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2" name="PlaceHolder 3"/>
          <p:cNvSpPr>
            <a:spLocks noGrp="1"/>
          </p:cNvSpPr>
          <p:nvPr>
            <p:ph type="sldNum" idx="4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933BE02-091F-4B83-BC1F-9D168B77C550}"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33" name="Group 43"/>
          <p:cNvGrpSpPr/>
          <p:nvPr/>
        </p:nvGrpSpPr>
        <p:grpSpPr>
          <a:xfrm>
            <a:off x="0" y="-8640"/>
            <a:ext cx="12191760" cy="6866640"/>
            <a:chOff x="0" y="-8640"/>
            <a:chExt cx="12191760" cy="6866640"/>
          </a:xfrm>
        </p:grpSpPr>
        <p:cxnSp>
          <p:nvCxnSpPr>
            <p:cNvPr id="434"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435"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43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3"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4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476CB214-49CA-4648-A3CA-6A3283D4DAFC}"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44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4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A2BD7BFE-59B4-4913-B344-B5EF98A3609A}"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47" name="PlaceHolder 1"/>
          <p:cNvSpPr>
            <a:spLocks noGrp="1"/>
          </p:cNvSpPr>
          <p:nvPr>
            <p:ph type="title"/>
          </p:nvPr>
        </p:nvSpPr>
        <p:spPr>
          <a:xfrm>
            <a:off x="677160" y="1498680"/>
            <a:ext cx="3854160" cy="1278000"/>
          </a:xfrm>
          <a:prstGeom prst="rect">
            <a:avLst/>
          </a:prstGeom>
          <a:noFill/>
          <a:ln w="0">
            <a:noFill/>
          </a:ln>
        </p:spPr>
        <p:txBody>
          <a:bodyPr lIns="91440" rIns="91440" tIns="45720" bIns="45720" anchor="b">
            <a:normAutofit/>
          </a:bodyPr>
          <a:p>
            <a:pPr indent="0" defTabSz="457200">
              <a:lnSpc>
                <a:spcPct val="100000"/>
              </a:lnSpc>
              <a:buNone/>
            </a:pPr>
            <a:r>
              <a:rPr b="0" lang="en-US" sz="2000" spc="-1" strike="noStrike">
                <a:solidFill>
                  <a:schemeClr val="accent1"/>
                </a:solidFill>
                <a:latin typeface="Trebuchet MS"/>
              </a:rPr>
              <a:t>Click to edit Master title style</a:t>
            </a:r>
            <a:endParaRPr b="0" lang="en-US" sz="2000" spc="-1" strike="noStrike">
              <a:solidFill>
                <a:schemeClr val="dk1"/>
              </a:solidFill>
              <a:latin typeface="Trebuchet MS"/>
            </a:endParaRPr>
          </a:p>
        </p:txBody>
      </p:sp>
      <p:sp>
        <p:nvSpPr>
          <p:cNvPr id="448" name="PlaceHolder 2"/>
          <p:cNvSpPr>
            <a:spLocks noGrp="1"/>
          </p:cNvSpPr>
          <p:nvPr>
            <p:ph type="body"/>
          </p:nvPr>
        </p:nvSpPr>
        <p:spPr>
          <a:xfrm>
            <a:off x="4760640" y="514800"/>
            <a:ext cx="4513320" cy="5526000"/>
          </a:xfrm>
          <a:prstGeom prst="rect">
            <a:avLst/>
          </a:prstGeom>
          <a:noFill/>
          <a:ln w="0">
            <a:noFill/>
          </a:ln>
        </p:spPr>
        <p:txBody>
          <a:bodyPr lIns="91440" rIns="91440" tIns="45720" bIns="45720" anchor="t">
            <a:normAutofit/>
          </a:bodyPr>
          <a:p>
            <a:pPr marL="432000" indent="-324000" defTabSz="457200">
              <a:lnSpc>
                <a:spcPct val="100000"/>
              </a:lnSpc>
              <a:spcBef>
                <a:spcPts val="1001"/>
              </a:spcBef>
              <a:buClr>
                <a:srgbClr val="000000"/>
              </a:buClr>
              <a:buSzPct val="45000"/>
              <a:buFont typeface="Wingdings"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864000" indent="-324000" defTabSz="457200">
              <a:lnSpc>
                <a:spcPct val="100000"/>
              </a:lnSpc>
              <a:spcBef>
                <a:spcPts val="1001"/>
              </a:spcBef>
              <a:buClr>
                <a:srgbClr val="000000"/>
              </a:buClr>
              <a:buSzPct val="75000"/>
              <a:buFont typeface="Symbol"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296000" indent="-288000" defTabSz="457200">
              <a:lnSpc>
                <a:spcPct val="100000"/>
              </a:lnSpc>
              <a:spcBef>
                <a:spcPts val="1001"/>
              </a:spcBef>
              <a:buClr>
                <a:srgbClr val="000000"/>
              </a:buClr>
              <a:buSzPct val="45000"/>
              <a:buFont typeface="Wingdings"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728000" indent="-216000" defTabSz="457200">
              <a:lnSpc>
                <a:spcPct val="100000"/>
              </a:lnSpc>
              <a:spcBef>
                <a:spcPts val="1001"/>
              </a:spcBef>
              <a:buClr>
                <a:srgbClr val="000000"/>
              </a:buClr>
              <a:buSzPct val="75000"/>
              <a:buFont typeface="Symbol"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160000" indent="-216000" defTabSz="457200">
              <a:lnSpc>
                <a:spcPct val="100000"/>
              </a:lnSpc>
              <a:spcBef>
                <a:spcPts val="1001"/>
              </a:spcBef>
              <a:buClr>
                <a:srgbClr val="000000"/>
              </a:buClr>
              <a:buSzPct val="45000"/>
              <a:buFont typeface="Wingdings"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449" name="PlaceHolder 3"/>
          <p:cNvSpPr>
            <a:spLocks noGrp="1"/>
          </p:cNvSpPr>
          <p:nvPr>
            <p:ph type="body"/>
          </p:nvPr>
        </p:nvSpPr>
        <p:spPr>
          <a:xfrm>
            <a:off x="677160" y="2777040"/>
            <a:ext cx="3854160" cy="2584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Trebuchet MS"/>
              </a:rPr>
              <a:t>Click to edit Master text styles</a:t>
            </a:r>
            <a:endParaRPr b="0" lang="en-US" sz="1400" spc="-1" strike="noStrike">
              <a:solidFill>
                <a:schemeClr val="dk1">
                  <a:lumMod val="75000"/>
                  <a:lumOff val="25000"/>
                </a:schemeClr>
              </a:solidFill>
              <a:latin typeface="Trebuchet MS"/>
            </a:endParaRPr>
          </a:p>
        </p:txBody>
      </p:sp>
      <p:sp>
        <p:nvSpPr>
          <p:cNvPr id="450" name="PlaceHolder 4"/>
          <p:cNvSpPr>
            <a:spLocks noGrp="1"/>
          </p:cNvSpPr>
          <p:nvPr>
            <p:ph type="dt" idx="4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451" name="PlaceHolder 5"/>
          <p:cNvSpPr>
            <a:spLocks noGrp="1"/>
          </p:cNvSpPr>
          <p:nvPr>
            <p:ph type="ftr" idx="4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2" name="PlaceHolder 6"/>
          <p:cNvSpPr>
            <a:spLocks noGrp="1"/>
          </p:cNvSpPr>
          <p:nvPr>
            <p:ph type="sldNum" idx="4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2D566DC-6E38-4314-BC08-9B9E91A37D23}"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53" name="Group 43"/>
          <p:cNvGrpSpPr/>
          <p:nvPr/>
        </p:nvGrpSpPr>
        <p:grpSpPr>
          <a:xfrm>
            <a:off x="0" y="-8640"/>
            <a:ext cx="12191760" cy="6866640"/>
            <a:chOff x="0" y="-8640"/>
            <a:chExt cx="12191760" cy="6866640"/>
          </a:xfrm>
        </p:grpSpPr>
        <p:cxnSp>
          <p:nvCxnSpPr>
            <p:cNvPr id="454" name="Straight Connector 19"/>
            <p:cNvCxnSpPr/>
            <p:nvPr/>
          </p:nvCxnSpPr>
          <p:spPr>
            <a:xfrm>
              <a:off x="9370800" y="0"/>
              <a:ext cx="1219680" cy="6858360"/>
            </a:xfrm>
            <a:prstGeom prst="straightConnector1">
              <a:avLst/>
            </a:prstGeom>
            <a:ln cap="rnd" w="9360">
              <a:solidFill>
                <a:schemeClr val="accent1">
                  <a:alpha val="70000"/>
                </a:schemeClr>
              </a:solidFill>
              <a:round/>
            </a:ln>
          </p:spPr>
        </p:cxnSp>
        <p:cxnSp>
          <p:nvCxnSpPr>
            <p:cNvPr id="455" name="Straight Connector 20"/>
            <p:cNvCxnSpPr/>
            <p:nvPr/>
          </p:nvCxnSpPr>
          <p:spPr>
            <a:xfrm flipH="1">
              <a:off x="7425000" y="3681360"/>
              <a:ext cx="4763880" cy="3177000"/>
            </a:xfrm>
            <a:prstGeom prst="straightConnector1">
              <a:avLst/>
            </a:prstGeom>
            <a:ln cap="rnd" w="9360">
              <a:solidFill>
                <a:schemeClr val="accent1">
                  <a:alpha val="70000"/>
                </a:schemeClr>
              </a:solidFill>
              <a:round/>
            </a:ln>
          </p:spPr>
        </p:cxnSp>
        <p:sp>
          <p:nvSpPr>
            <p:cNvPr id="45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3" name="Isosceles Triangle 18"/>
            <p:cNvSpPr/>
            <p:nvPr/>
          </p:nvSpPr>
          <p:spPr>
            <a:xfrm>
              <a:off x="0" y="4013280"/>
              <a:ext cx="448200" cy="2844360"/>
            </a:xfrm>
            <a:prstGeom prst="triangle">
              <a:avLst>
                <a:gd name="adj" fmla="val 0"/>
              </a:avLst>
            </a:prstGeom>
            <a:solidFill>
              <a:schemeClr val="accent1">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6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A743920C-3836-4B15-B1DE-9E82CA66962F}" type="datetime1">
              <a:rPr b="0" lang="en-US" sz="1100" spc="-1" strike="noStrike">
                <a:solidFill>
                  <a:schemeClr val="accent2"/>
                </a:solidFill>
                <a:latin typeface="Trebuchet MS"/>
              </a:rPr>
              <a:t>09/10/2026</a:t>
            </a:fld>
            <a:endParaRPr b="0" lang="en-US" sz="1100" spc="-1" strike="noStrike">
              <a:solidFill>
                <a:srgbClr val="000000"/>
              </a:solidFill>
              <a:latin typeface="Arial"/>
            </a:endParaRPr>
          </a:p>
        </p:txBody>
      </p:sp>
      <p:sp>
        <p:nvSpPr>
          <p:cNvPr id="46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6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DD5B0599-CD6D-433B-AF86-81D4C47A9357}"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67" name="PlaceHolder 1"/>
          <p:cNvSpPr>
            <a:spLocks noGrp="1"/>
          </p:cNvSpPr>
          <p:nvPr>
            <p:ph type="title"/>
          </p:nvPr>
        </p:nvSpPr>
        <p:spPr>
          <a:xfrm>
            <a:off x="677160" y="4800600"/>
            <a:ext cx="85964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accent1"/>
                </a:solidFill>
                <a:latin typeface="Trebuchet MS"/>
              </a:rPr>
              <a:t>Click to edit Master title style</a:t>
            </a:r>
            <a:endParaRPr b="0" lang="en-US" sz="2400" spc="-1" strike="noStrike">
              <a:solidFill>
                <a:schemeClr val="dk1"/>
              </a:solidFill>
              <a:latin typeface="Trebuchet MS"/>
            </a:endParaRPr>
          </a:p>
        </p:txBody>
      </p:sp>
      <p:sp>
        <p:nvSpPr>
          <p:cNvPr id="468" name="PlaceHolder 2"/>
          <p:cNvSpPr>
            <a:spLocks noGrp="1"/>
          </p:cNvSpPr>
          <p:nvPr>
            <p:ph type="body"/>
          </p:nvPr>
        </p:nvSpPr>
        <p:spPr>
          <a:xfrm>
            <a:off x="677160" y="609480"/>
            <a:ext cx="8596440" cy="3845520"/>
          </a:xfrm>
          <a:prstGeom prst="rect">
            <a:avLst/>
          </a:prstGeom>
          <a:noFill/>
          <a:ln w="0">
            <a:noFill/>
          </a:ln>
        </p:spPr>
        <p:txBody>
          <a:bodyPr lIns="90000" rIns="90000" tIns="45000" bIns="45000" anchor="t">
            <a:normAutofit/>
          </a:bodyPr>
          <a:p>
            <a:pPr marL="432000" indent="-324000" algn="ctr" defTabSz="457200">
              <a:lnSpc>
                <a:spcPct val="100000"/>
              </a:lnSpc>
              <a:buClr>
                <a:srgbClr val="000000"/>
              </a:buClr>
              <a:buSzPct val="45000"/>
              <a:buFont typeface="Wingdings" charset="2"/>
              <a:buChar char=""/>
              <a:tabLst>
                <a:tab algn="l" pos="0"/>
              </a:tabLst>
            </a:pPr>
            <a:r>
              <a:rPr b="0" lang="en-US" sz="1600" spc="-1" strike="noStrike">
                <a:solidFill>
                  <a:schemeClr val="dk1"/>
                </a:solidFill>
                <a:latin typeface="Trebuchet MS"/>
              </a:rPr>
              <a:t>Click icon to add picture</a:t>
            </a:r>
            <a:endParaRPr b="0" lang="en-US" sz="1600" spc="-1" strike="noStrike">
              <a:solidFill>
                <a:schemeClr val="dk1">
                  <a:lumMod val="75000"/>
                  <a:lumOff val="25000"/>
                </a:schemeClr>
              </a:solidFill>
              <a:latin typeface="Trebuchet MS"/>
            </a:endParaRPr>
          </a:p>
        </p:txBody>
      </p:sp>
      <p:sp>
        <p:nvSpPr>
          <p:cNvPr id="469" name="PlaceHolder 3"/>
          <p:cNvSpPr>
            <a:spLocks noGrp="1"/>
          </p:cNvSpPr>
          <p:nvPr>
            <p:ph type="body"/>
          </p:nvPr>
        </p:nvSpPr>
        <p:spPr>
          <a:xfrm>
            <a:off x="677160" y="5367240"/>
            <a:ext cx="8596440" cy="6735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Trebuchet MS"/>
              </a:rPr>
              <a:t>Click to edit Master text styles</a:t>
            </a:r>
            <a:endParaRPr b="0" lang="en-US" sz="1200" spc="-1" strike="noStrike">
              <a:solidFill>
                <a:schemeClr val="dk1">
                  <a:lumMod val="75000"/>
                  <a:lumOff val="25000"/>
                </a:schemeClr>
              </a:solidFill>
              <a:latin typeface="Trebuchet MS"/>
            </a:endParaRPr>
          </a:p>
        </p:txBody>
      </p:sp>
      <p:sp>
        <p:nvSpPr>
          <p:cNvPr id="470" name="PlaceHolder 4"/>
          <p:cNvSpPr>
            <a:spLocks noGrp="1"/>
          </p:cNvSpPr>
          <p:nvPr>
            <p:ph type="ftr" idx="4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1" name="PlaceHolder 5"/>
          <p:cNvSpPr>
            <a:spLocks noGrp="1"/>
          </p:cNvSpPr>
          <p:nvPr>
            <p:ph type="sldNum" idx="47"/>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86585632-9331-49B1-9D95-6AD90FD86289}"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
        <p:nvSpPr>
          <p:cNvPr id="472" name="PlaceHolder 6"/>
          <p:cNvSpPr>
            <a:spLocks noGrp="1"/>
          </p:cNvSpPr>
          <p:nvPr>
            <p:ph type="dt" idx="48"/>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4.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2.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slideLayout" Target="../slideLayouts/slideLayout15.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png"/><Relationship Id="rId3" Type="http://schemas.openxmlformats.org/officeDocument/2006/relationships/slideLayout" Target="../slideLayouts/slideLayout15.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8.png"/><Relationship Id="rId3"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png"/><Relationship Id="rId3"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0.png"/><Relationship Id="rId3"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1.png"/><Relationship Id="rId3"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2.png"/><Relationship Id="rId3" Type="http://schemas.openxmlformats.org/officeDocument/2006/relationships/slideLayout" Target="../slideLayouts/slideLayout15.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3.png"/><Relationship Id="rId3" Type="http://schemas.openxmlformats.org/officeDocument/2006/relationships/slideLayout" Target="../slideLayouts/slideLayout15.xml"/>
</Relationships>
</file>

<file path=ppt/slides/_rels/slide1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4.png"/><Relationship Id="rId3" Type="http://schemas.openxmlformats.org/officeDocument/2006/relationships/slideLayout" Target="../slideLayouts/slideLayout15.xml"/>
</Relationships>
</file>

<file path=ppt/slides/_rels/slide1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5.png"/><Relationship Id="rId3" Type="http://schemas.openxmlformats.org/officeDocument/2006/relationships/slideLayout" Target="../slideLayouts/slideLayout15.xml"/>
</Relationships>
</file>

<file path=ppt/slides/_rels/slide1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6.png"/><Relationship Id="rId3"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7.png"/><Relationship Id="rId3" Type="http://schemas.openxmlformats.org/officeDocument/2006/relationships/slideLayout" Target="../slideLayouts/slideLayout15.xml"/>
</Relationships>
</file>

<file path=ppt/slides/_rels/slide1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8.png"/><Relationship Id="rId3" Type="http://schemas.openxmlformats.org/officeDocument/2006/relationships/slideLayout" Target="../slideLayouts/slideLayout15.xml"/>
</Relationships>
</file>

<file path=ppt/slides/_rels/slide1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9.png"/><Relationship Id="rId3" Type="http://schemas.openxmlformats.org/officeDocument/2006/relationships/slideLayout" Target="../slideLayouts/slideLayout15.xml"/>
</Relationships>
</file>

<file path=ppt/slides/_rels/slide2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0.png"/><Relationship Id="rId3" Type="http://schemas.openxmlformats.org/officeDocument/2006/relationships/slideLayout" Target="../slideLayouts/slideLayout15.xml"/>
</Relationships>
</file>

<file path=ppt/slides/_rels/slide2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1.png"/><Relationship Id="rId3" Type="http://schemas.openxmlformats.org/officeDocument/2006/relationships/slideLayout" Target="../slideLayouts/slideLayout15.xml"/>
</Relationships>
</file>

<file path=ppt/slides/_rels/slide2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2.png"/><Relationship Id="rId3" Type="http://schemas.openxmlformats.org/officeDocument/2006/relationships/slideLayout" Target="../slideLayouts/slideLayout15.xml"/>
</Relationships>
</file>

<file path=ppt/slides/_rels/slide2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3.png"/><Relationship Id="rId3" Type="http://schemas.openxmlformats.org/officeDocument/2006/relationships/slideLayout" Target="../slideLayouts/slideLayout15.xml"/>
</Relationships>
</file>

<file path=ppt/slides/_rels/slide2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4.png"/><Relationship Id="rId3" Type="http://schemas.openxmlformats.org/officeDocument/2006/relationships/slideLayout" Target="../slideLayouts/slideLayout1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5.xml"/>
</Relationships>
</file>

<file path=ppt/slides/_rels/slide2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5.png"/><Relationship Id="rId3" Type="http://schemas.openxmlformats.org/officeDocument/2006/relationships/slideLayout" Target="../slideLayouts/slideLayout15.xml"/>
</Relationships>
</file>

<file path=ppt/slides/_rels/slide2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p:nvPr>
        </p:nvSpPr>
        <p:spPr>
          <a:xfrm>
            <a:off x="457200" y="3886200"/>
            <a:ext cx="10281600" cy="861120"/>
          </a:xfrm>
          <a:prstGeom prst="rect">
            <a:avLst/>
          </a:prstGeom>
          <a:noFill/>
          <a:ln w="0">
            <a:noFill/>
          </a:ln>
        </p:spPr>
        <p:txBody>
          <a:bodyPr lIns="91440" rIns="91440" tIns="45720" bIns="45720" anchor="t">
            <a:normAutofit/>
          </a:bodyPr>
          <a:p>
            <a:pPr indent="0" algn="r" defTabSz="457200">
              <a:lnSpc>
                <a:spcPct val="100000"/>
              </a:lnSpc>
              <a:spcBef>
                <a:spcPts val="1001"/>
              </a:spcBef>
              <a:buNone/>
              <a:tabLst>
                <a:tab algn="l" pos="0"/>
              </a:tabLst>
            </a:pPr>
            <a:r>
              <a:rPr b="0" lang="en-US" sz="2000" spc="-1" strike="noStrike">
                <a:solidFill>
                  <a:schemeClr val="dk1"/>
                </a:solidFill>
                <a:latin typeface="Trebuchet MS"/>
              </a:rPr>
              <a:t>[Student Name – Krishna Kheria </a:t>
            </a:r>
            <a:endParaRPr b="0" lang="en-US" sz="2000" spc="-1" strike="noStrike">
              <a:solidFill>
                <a:schemeClr val="dk1">
                  <a:lumMod val="75000"/>
                  <a:lumOff val="25000"/>
                </a:schemeClr>
              </a:solidFill>
              <a:latin typeface="Trebuchet MS"/>
            </a:endParaRPr>
          </a:p>
          <a:p>
            <a:pPr indent="0" algn="r" defTabSz="457200">
              <a:lnSpc>
                <a:spcPct val="100000"/>
              </a:lnSpc>
              <a:spcBef>
                <a:spcPts val="1001"/>
              </a:spcBef>
              <a:buNone/>
              <a:tabLst>
                <a:tab algn="l" pos="0"/>
              </a:tabLst>
            </a:pPr>
            <a:r>
              <a:rPr b="0" lang="en-US" sz="2000" spc="-1" strike="noStrike">
                <a:solidFill>
                  <a:schemeClr val="dk1"/>
                </a:solidFill>
                <a:latin typeface="Trebuchet MS"/>
              </a:rPr>
              <a:t>College Name- NIMS University]</a:t>
            </a:r>
            <a:endParaRPr b="0" lang="en-US" sz="2000" spc="-1" strike="noStrike">
              <a:solidFill>
                <a:schemeClr val="dk1">
                  <a:lumMod val="75000"/>
                  <a:lumOff val="25000"/>
                </a:schemeClr>
              </a:solidFill>
              <a:latin typeface="Trebuchet MS"/>
            </a:endParaRPr>
          </a:p>
        </p:txBody>
      </p:sp>
      <p:sp>
        <p:nvSpPr>
          <p:cNvPr id="480" name="PlaceHolder 2"/>
          <p:cNvSpPr>
            <a:spLocks noGrp="1"/>
          </p:cNvSpPr>
          <p:nvPr>
            <p:ph type="title"/>
          </p:nvPr>
        </p:nvSpPr>
        <p:spPr>
          <a:xfrm>
            <a:off x="457200" y="514440"/>
            <a:ext cx="11703960" cy="1085760"/>
          </a:xfrm>
          <a:prstGeom prst="rect">
            <a:avLst/>
          </a:prstGeom>
          <a:noFill/>
          <a:ln w="0">
            <a:noFill/>
          </a:ln>
        </p:spPr>
        <p:txBody>
          <a:bodyPr lIns="91440" rIns="91440" tIns="45720" bIns="45720" anchor="t">
            <a:normAutofit/>
          </a:bodyPr>
          <a:p>
            <a:pPr indent="0" defTabSz="457200">
              <a:lnSpc>
                <a:spcPct val="100000"/>
              </a:lnSpc>
              <a:buNone/>
            </a:pPr>
            <a:r>
              <a:rPr b="1" lang="en-GB" sz="3200" spc="-1" strike="noStrike">
                <a:solidFill>
                  <a:schemeClr val="dk1"/>
                </a:solidFill>
                <a:latin typeface="Trebuchet MS"/>
              </a:rPr>
              <a:t>Project Title -Seasonal Agriculture Performance Analysis </a:t>
            </a:r>
            <a:endParaRPr b="0" lang="en-US" sz="3200" spc="-1" strike="noStrike">
              <a:solidFill>
                <a:schemeClr val="dk1"/>
              </a:solidFill>
              <a:latin typeface="Trebuchet MS"/>
            </a:endParaRPr>
          </a:p>
        </p:txBody>
      </p:sp>
      <p:sp>
        <p:nvSpPr>
          <p:cNvPr id="481" name="Text Placeholder 1"/>
          <p:cNvSpPr/>
          <p:nvPr/>
        </p:nvSpPr>
        <p:spPr>
          <a:xfrm>
            <a:off x="6400800" y="2793960"/>
            <a:ext cx="3311640" cy="861120"/>
          </a:xfrm>
          <a:prstGeom prst="rect">
            <a:avLst/>
          </a:prstGeom>
          <a:noFill/>
          <a:ln w="0">
            <a:noFill/>
          </a:ln>
        </p:spPr>
        <p:style>
          <a:lnRef idx="0"/>
          <a:fillRef idx="0"/>
          <a:effectRef idx="0"/>
          <a:fontRef idx="minor"/>
        </p:style>
        <p:txBody>
          <a:bodyPr anchor="t">
            <a:normAutofit/>
          </a:bodyPr>
          <a:p>
            <a:pPr defTabSz="457200">
              <a:lnSpc>
                <a:spcPct val="100000"/>
              </a:lnSpc>
              <a:spcBef>
                <a:spcPts val="1001"/>
              </a:spcBef>
              <a:tabLst>
                <a:tab algn="l" pos="0"/>
              </a:tabLst>
            </a:pPr>
            <a:endParaRPr b="1" lang="en-GB" sz="2400" spc="-1" strike="noStrike">
              <a:solidFill>
                <a:schemeClr val="accent4"/>
              </a:solidFill>
              <a:latin typeface="Trebuchet MS"/>
            </a:endParaRPr>
          </a:p>
        </p:txBody>
      </p:sp>
      <p:pic>
        <p:nvPicPr>
          <p:cNvPr id="482" name="Picture 5" descr=""/>
          <p:cNvPicPr/>
          <p:nvPr/>
        </p:nvPicPr>
        <p:blipFill>
          <a:blip r:embed="rId1"/>
          <a:srcRect l="0" t="96170" r="0" b="0"/>
          <a:stretch/>
        </p:blipFill>
        <p:spPr>
          <a:xfrm>
            <a:off x="676080" y="6472080"/>
            <a:ext cx="2142720" cy="192600"/>
          </a:xfrm>
          <a:prstGeom prst="rect">
            <a:avLst/>
          </a:prstGeom>
          <a:ln w="0">
            <a:noFill/>
          </a:ln>
        </p:spPr>
      </p:pic>
      <p:sp>
        <p:nvSpPr>
          <p:cNvPr id="483" name="TextBox 2"/>
          <p:cNvSpPr/>
          <p:nvPr/>
        </p:nvSpPr>
        <p:spPr>
          <a:xfrm>
            <a:off x="5486400" y="5029200"/>
            <a:ext cx="590076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chemeClr val="dk1"/>
                </a:solidFill>
                <a:latin typeface="Trebuchet MS"/>
              </a:rPr>
              <a:t>AICTE STU ID : STU6a5fa3e5b45fa1784652773</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6">
                                  <p:stCondLst>
                                    <p:cond delay="0"/>
                                  </p:stCondLst>
                                  <p:childTnLst>
                                    <p:set>
                                      <p:cBhvr>
                                        <p:cTn id="6" dur="1" fill="hold">
                                          <p:stCondLst>
                                            <p:cond delay="0"/>
                                          </p:stCondLst>
                                        </p:cTn>
                                        <p:tgtEl>
                                          <p:spTgt spid="480"/>
                                        </p:tgtEl>
                                        <p:attrNameLst>
                                          <p:attrName>style.visibility</p:attrName>
                                        </p:attrNameLst>
                                      </p:cBhvr>
                                      <p:to>
                                        <p:strVal val="visible"/>
                                      </p:to>
                                    </p:set>
                                    <p:animEffect filter="wipe(down)" transition="in">
                                      <p:cBhvr additive="repl">
                                        <p:cTn id="7" dur="580">
                                          <p:stCondLst>
                                            <p:cond delay="0"/>
                                          </p:stCondLst>
                                        </p:cTn>
                                        <p:tgtEl>
                                          <p:spTgt spid="480"/>
                                        </p:tgtEl>
                                      </p:cBhvr>
                                    </p:animEffect>
                                    <p:anim calcmode="lin" valueType="num">
                                      <p:cBhvr additive="repl">
                                        <p:cTn id="8" dur="1822">
                                          <p:stCondLst>
                                            <p:cond delay="0"/>
                                          </p:stCondLst>
                                        </p:cTn>
                                        <p:tgtEl>
                                          <p:spTgt spid="480"/>
                                        </p:tgtEl>
                                        <p:attrNameLst>
                                          <p:attrName>ppt_x</p:attrName>
                                        </p:attrNameLst>
                                      </p:cBhvr>
                                      <p:tavLst>
                                        <p:tav tm="0">
                                          <p:val>
                                            <p:strVal val="#ppt_x-0.25"/>
                                          </p:val>
                                        </p:tav>
                                        <p:tav tm="100000">
                                          <p:val>
                                            <p:strVal val="#ppt_x"/>
                                          </p:val>
                                        </p:tav>
                                      </p:tavLst>
                                    </p:anim>
                                    <p:anim calcmode="lin" valueType="num">
                                      <p:cBhvr additive="repl">
                                        <p:cTn id="9" dur="664">
                                          <p:stCondLst>
                                            <p:cond delay="0"/>
                                          </p:stCondLst>
                                        </p:cTn>
                                        <p:tgtEl>
                                          <p:spTgt spid="480"/>
                                        </p:tgtEl>
                                        <p:attrNameLst>
                                          <p:attrName>ppt_y</p:attrName>
                                        </p:attrNameLst>
                                      </p:cBhvr>
                                      <p:tavLst>
                                        <p:tav fmla="y-sin(pi*$)/3" tm="0">
                                          <p:val>
                                            <p:strVal val="0.5"/>
                                          </p:val>
                                        </p:tav>
                                        <p:tav fmla="y-sin(pi*$)/3" tm="100000">
                                          <p:val>
                                            <p:strVal val="1"/>
                                          </p:val>
                                        </p:tav>
                                      </p:tavLst>
                                    </p:anim>
                                    <p:anim calcmode="lin" valueType="num">
                                      <p:cBhvr additive="repl">
                                        <p:cTn id="10" dur="664">
                                          <p:stCondLst>
                                            <p:cond delay="664"/>
                                          </p:stCondLst>
                                        </p:cTn>
                                        <p:tgtEl>
                                          <p:spTgt spid="480"/>
                                        </p:tgtEl>
                                        <p:attrNameLst>
                                          <p:attrName>ppt_y</p:attrName>
                                        </p:attrNameLst>
                                      </p:cBhvr>
                                      <p:tavLst>
                                        <p:tav fmla="y-sin(pi*$)/9" tm="0">
                                          <p:val>
                                            <p:strVal val="0"/>
                                          </p:val>
                                        </p:tav>
                                        <p:tav fmla="y-sin(pi*$)/9" tm="100000">
                                          <p:val>
                                            <p:strVal val="1"/>
                                          </p:val>
                                        </p:tav>
                                      </p:tavLst>
                                    </p:anim>
                                    <p:anim calcmode="lin" valueType="num">
                                      <p:cBhvr additive="repl">
                                        <p:cTn id="11" dur="332">
                                          <p:stCondLst>
                                            <p:cond delay="1324"/>
                                          </p:stCondLst>
                                        </p:cTn>
                                        <p:tgtEl>
                                          <p:spTgt spid="480"/>
                                        </p:tgtEl>
                                        <p:attrNameLst>
                                          <p:attrName>ppt_y</p:attrName>
                                        </p:attrNameLst>
                                      </p:cBhvr>
                                      <p:tavLst>
                                        <p:tav fmla="y-sin(pi*$)/27" tm="0">
                                          <p:val>
                                            <p:strVal val="0"/>
                                          </p:val>
                                        </p:tav>
                                        <p:tav fmla="y-sin(pi*$)/27" tm="100000">
                                          <p:val>
                                            <p:strVal val="1"/>
                                          </p:val>
                                        </p:tav>
                                      </p:tavLst>
                                    </p:anim>
                                    <p:anim calcmode="lin" valueType="num">
                                      <p:cBhvr additive="repl">
                                        <p:cTn id="12" dur="164">
                                          <p:stCondLst>
                                            <p:cond delay="1656"/>
                                          </p:stCondLst>
                                        </p:cTn>
                                        <p:tgtEl>
                                          <p:spTgt spid="480"/>
                                        </p:tgtEl>
                                        <p:attrNameLst>
                                          <p:attrName>ppt_y</p:attrName>
                                        </p:attrNameLst>
                                      </p:cBhvr>
                                      <p:tavLst>
                                        <p:tav fmla="y-sin(pi*$)/81" tm="0">
                                          <p:val>
                                            <p:strVal val="0"/>
                                          </p:val>
                                        </p:tav>
                                        <p:tav fmla="y-sin(pi*$)/81" tm="100000">
                                          <p:val>
                                            <p:strVal val="1"/>
                                          </p:val>
                                        </p:tav>
                                      </p:tavLst>
                                    </p:anim>
                                    <p:animScale>
                                      <p:cBhvr>
                                        <p:cTn id="13" dur="26" fill="hold">
                                          <p:stCondLst>
                                            <p:cond delay="650"/>
                                          </p:stCondLst>
                                        </p:cTn>
                                        <p:tgtEl>
                                          <p:spTgt spid="480"/>
                                        </p:tgtEl>
                                      </p:cBhvr>
                                      <p:to x="100000" y="60000"/>
                                    </p:animScale>
                                    <p:animScale>
                                      <p:cBhvr>
                                        <p:cTn id="14" dur="166" fill="hold">
                                          <p:stCondLst>
                                            <p:cond delay="676"/>
                                          </p:stCondLst>
                                        </p:cTn>
                                        <p:tgtEl>
                                          <p:spTgt spid="480"/>
                                        </p:tgtEl>
                                      </p:cBhvr>
                                      <p:to x="100000" y="100000"/>
                                    </p:animScale>
                                    <p:animScale>
                                      <p:cBhvr>
                                        <p:cTn id="15" dur="26" fill="hold">
                                          <p:stCondLst>
                                            <p:cond delay="1312"/>
                                          </p:stCondLst>
                                        </p:cTn>
                                        <p:tgtEl>
                                          <p:spTgt spid="480"/>
                                        </p:tgtEl>
                                      </p:cBhvr>
                                      <p:to x="100000" y="80000"/>
                                    </p:animScale>
                                    <p:animScale>
                                      <p:cBhvr>
                                        <p:cTn id="16" dur="166" fill="hold">
                                          <p:stCondLst>
                                            <p:cond delay="1338"/>
                                          </p:stCondLst>
                                        </p:cTn>
                                        <p:tgtEl>
                                          <p:spTgt spid="480"/>
                                        </p:tgtEl>
                                      </p:cBhvr>
                                      <p:to x="100000" y="100000"/>
                                    </p:animScale>
                                    <p:animScale>
                                      <p:cBhvr>
                                        <p:cTn id="17" dur="26" fill="hold">
                                          <p:stCondLst>
                                            <p:cond delay="1642"/>
                                          </p:stCondLst>
                                        </p:cTn>
                                        <p:tgtEl>
                                          <p:spTgt spid="480"/>
                                        </p:tgtEl>
                                      </p:cBhvr>
                                      <p:to x="100000" y="90000"/>
                                    </p:animScale>
                                    <p:animScale>
                                      <p:cBhvr>
                                        <p:cTn id="18" dur="166" fill="hold">
                                          <p:stCondLst>
                                            <p:cond delay="1668"/>
                                          </p:stCondLst>
                                        </p:cTn>
                                        <p:tgtEl>
                                          <p:spTgt spid="480"/>
                                        </p:tgtEl>
                                      </p:cBhvr>
                                      <p:to x="100000" y="100000"/>
                                    </p:animScale>
                                    <p:animScale>
                                      <p:cBhvr>
                                        <p:cTn id="19" dur="26" fill="hold">
                                          <p:stCondLst>
                                            <p:cond delay="1808"/>
                                          </p:stCondLst>
                                        </p:cTn>
                                        <p:tgtEl>
                                          <p:spTgt spid="480"/>
                                        </p:tgtEl>
                                      </p:cBhvr>
                                      <p:to x="100000" y="95000"/>
                                    </p:animScale>
                                    <p:animScale>
                                      <p:cBhvr>
                                        <p:cTn id="20" dur="166" fill="hold">
                                          <p:stCondLst>
                                            <p:cond delay="1834"/>
                                          </p:stCondLst>
                                        </p:cTn>
                                        <p:tgtEl>
                                          <p:spTgt spid="480"/>
                                        </p:tgtEl>
                                      </p:cBhvr>
                                      <p:to x="100000" y="100000"/>
                                    </p:animScale>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53" presetSubtype="16">
                                  <p:stCondLst>
                                    <p:cond delay="0"/>
                                  </p:stCondLst>
                                  <p:endCondLst>
                                    <p:cond delay="0" evt="begin"/>
                                  </p:endCondLst>
                                  <p:childTnLst>
                                    <p:set>
                                      <p:cBhvr>
                                        <p:cTn id="24" dur="1" fill="hold">
                                          <p:stCondLst>
                                            <p:cond delay="0"/>
                                          </p:stCondLst>
                                        </p:cTn>
                                        <p:tgtEl>
                                          <p:spTgt spid="481"/>
                                        </p:tgtEl>
                                        <p:attrNameLst>
                                          <p:attrName>style.visibility</p:attrName>
                                        </p:attrNameLst>
                                      </p:cBhvr>
                                      <p:to>
                                        <p:strVal val="visible"/>
                                      </p:to>
                                    </p:set>
                                    <p:anim calcmode="lin" valueType="num">
                                      <p:cBhvr additive="repl">
                                        <p:cTn id="25" dur="500" fill="hold"/>
                                        <p:tgtEl>
                                          <p:spTgt spid="481"/>
                                        </p:tgtEl>
                                        <p:attrNameLst>
                                          <p:attrName>ppt_w</p:attrName>
                                        </p:attrNameLst>
                                      </p:cBhvr>
                                      <p:tavLst>
                                        <p:tav tm="0">
                                          <p:val>
                                            <p:strVal val="0"/>
                                          </p:val>
                                        </p:tav>
                                        <p:tav tm="100000">
                                          <p:val>
                                            <p:strVal val="#ppt_w"/>
                                          </p:val>
                                        </p:tav>
                                      </p:tavLst>
                                    </p:anim>
                                    <p:anim calcmode="lin" valueType="num">
                                      <p:cBhvr additive="repl">
                                        <p:cTn id="26" dur="500" fill="hold"/>
                                        <p:tgtEl>
                                          <p:spTgt spid="481"/>
                                        </p:tgtEl>
                                        <p:attrNameLst>
                                          <p:attrName>ppt_h</p:attrName>
                                        </p:attrNameLst>
                                      </p:cBhvr>
                                      <p:tavLst>
                                        <p:tav tm="0">
                                          <p:val>
                                            <p:strVal val="0"/>
                                          </p:val>
                                        </p:tav>
                                        <p:tav tm="100000">
                                          <p:val>
                                            <p:strVal val="#ppt_h"/>
                                          </p:val>
                                        </p:tav>
                                      </p:tavLst>
                                    </p:anim>
                                    <p:animEffect filter="fade" transition="in">
                                      <p:cBhvr additive="repl">
                                        <p:cTn id="27" dur="500"/>
                                        <p:tgtEl>
                                          <p:spTgt spid="481"/>
                                        </p:tgtEl>
                                      </p:cBhvr>
                                    </p:animEffect>
                                  </p:childTnLst>
                                </p:cTn>
                              </p:par>
                            </p:childTnLst>
                          </p:cTn>
                        </p:par>
                      </p:childTnLst>
                    </p:cTn>
                  </p:par>
                  <p:par>
                    <p:cTn id="28" fill="hold">
                      <p:stCondLst>
                        <p:cond delay="indefinite"/>
                      </p:stCondLst>
                      <p:childTnLst>
                        <p:par>
                          <p:cTn id="29" fill="hold">
                            <p:stCondLst>
                              <p:cond delay="0"/>
                            </p:stCondLst>
                            <p:childTnLst>
                              <p:par>
                                <p:cTn id="30" nodeType="clickEffect" fill="hold" presetClass="entr" presetID="14" presetSubtype="10">
                                  <p:stCondLst>
                                    <p:cond delay="0"/>
                                  </p:stCondLst>
                                  <p:childTnLst>
                                    <p:set>
                                      <p:cBhvr>
                                        <p:cTn id="31" dur="1" fill="hold">
                                          <p:stCondLst>
                                            <p:cond delay="0"/>
                                          </p:stCondLst>
                                        </p:cTn>
                                        <p:tgtEl>
                                          <p:spTgt spid="479">
                                            <p:txEl>
                                              <p:pRg st="0" end="0"/>
                                            </p:txEl>
                                          </p:spTgt>
                                        </p:tgtEl>
                                        <p:attrNameLst>
                                          <p:attrName>style.visibility</p:attrName>
                                        </p:attrNameLst>
                                      </p:cBhvr>
                                      <p:to>
                                        <p:strVal val="visible"/>
                                      </p:to>
                                    </p:set>
                                    <p:animEffect filter="randombar(horizontal)" transition="in">
                                      <p:cBhvr additive="repl">
                                        <p:cTn id="32" dur="500"/>
                                        <p:tgtEl>
                                          <p:spTgt spid="47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4" presetSubtype="10">
                                  <p:stCondLst>
                                    <p:cond delay="0"/>
                                  </p:stCondLst>
                                  <p:childTnLst>
                                    <p:set>
                                      <p:cBhvr>
                                        <p:cTn id="36" dur="1" fill="hold">
                                          <p:stCondLst>
                                            <p:cond delay="0"/>
                                          </p:stCondLst>
                                        </p:cTn>
                                        <p:tgtEl>
                                          <p:spTgt spid="479">
                                            <p:txEl>
                                              <p:pRg st="1" end="1"/>
                                            </p:txEl>
                                          </p:spTgt>
                                        </p:tgtEl>
                                        <p:attrNameLst>
                                          <p:attrName>style.visibility</p:attrName>
                                        </p:attrNameLst>
                                      </p:cBhvr>
                                      <p:to>
                                        <p:strVal val="visible"/>
                                      </p:to>
                                    </p:set>
                                    <p:animEffect filter="randombar(horizontal)" transition="in">
                                      <p:cBhvr additive="repl">
                                        <p:cTn id="37" dur="500"/>
                                        <p:tgtEl>
                                          <p:spTgt spid="47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p:nvPr>
        </p:nvSpPr>
        <p:spPr>
          <a:xfrm>
            <a:off x="1046520" y="1875600"/>
            <a:ext cx="6431040" cy="3607560"/>
          </a:xfrm>
          <a:prstGeom prst="rect">
            <a:avLst/>
          </a:prstGeom>
          <a:noFill/>
          <a:ln w="0">
            <a:noFill/>
          </a:ln>
        </p:spPr>
        <p:txBody>
          <a:bodyPr lIns="91440" rIns="91440" tIns="45720" bIns="45720" anchor="t">
            <a:normAutofit fontScale="68456" lnSpcReduction="20000"/>
          </a:bodyPr>
          <a:p>
            <a:pPr marL="343080" indent="0" defTabSz="457200">
              <a:lnSpc>
                <a:spcPct val="100000"/>
              </a:lnSpc>
              <a:spcBef>
                <a:spcPts val="1001"/>
              </a:spcBef>
              <a:buNone/>
            </a:pPr>
            <a:r>
              <a:rPr b="0" lang="en-IN" sz="2800" spc="-1" strike="noStrike">
                <a:solidFill>
                  <a:schemeClr val="dk1">
                    <a:lumMod val="75000"/>
                    <a:lumOff val="25000"/>
                  </a:schemeClr>
                </a:solidFill>
                <a:latin typeface="Trebuchet MS"/>
              </a:rPr>
              <a:t>Agricultural activities are influenced by seasonal variations in environmental conditions,farming practices, resource availability and market conditions. As a result, agricultural performance may differ from one season to another.However, raw agricultural data does not clearly explain how agricultural performance changesacross seasons or what patterns can be observed in different seasonal conditions.The problem is to analyze the given agricultural dataset and investigate seasonal differences in agricultural performance by identifying meaningful patterns, trends, relationships and variations within the available data.</a:t>
            </a:r>
            <a:endParaRPr b="0" lang="en-US" sz="2800" spc="-1" strike="noStrike">
              <a:solidFill>
                <a:schemeClr val="dk1">
                  <a:lumMod val="75000"/>
                  <a:lumOff val="25000"/>
                </a:schemeClr>
              </a:solidFill>
              <a:latin typeface="Trebuchet MS"/>
            </a:endParaRPr>
          </a:p>
        </p:txBody>
      </p:sp>
      <p:sp>
        <p:nvSpPr>
          <p:cNvPr id="485" name="PlaceHolder 2"/>
          <p:cNvSpPr>
            <a:spLocks noGrp="1"/>
          </p:cNvSpPr>
          <p:nvPr>
            <p:ph type="title"/>
          </p:nvPr>
        </p:nvSpPr>
        <p:spPr>
          <a:xfrm>
            <a:off x="754560" y="550440"/>
            <a:ext cx="6995160" cy="789840"/>
          </a:xfrm>
          <a:prstGeom prst="rect">
            <a:avLst/>
          </a:prstGeom>
          <a:noFill/>
          <a:ln w="0">
            <a:noFill/>
          </a:ln>
        </p:spPr>
        <p:txBody>
          <a:bodyPr lIns="91440" rIns="91440" tIns="45720" bIns="45720" anchor="t">
            <a:normAutofit fontScale="98144"/>
          </a:bodyPr>
          <a:p>
            <a:pPr indent="0" defTabSz="457200">
              <a:lnSpc>
                <a:spcPct val="100000"/>
              </a:lnSpc>
              <a:buNone/>
            </a:pPr>
            <a:r>
              <a:rPr b="1" lang="en-US" sz="4800" spc="-1" strike="noStrike">
                <a:solidFill>
                  <a:schemeClr val="dk1"/>
                </a:solidFill>
                <a:latin typeface="Trebuchet MS"/>
              </a:rPr>
              <a:t>PROBLEM  STATEMENT</a:t>
            </a:r>
            <a:endParaRPr b="0" lang="en-US" sz="4800" spc="-1" strike="noStrike">
              <a:solidFill>
                <a:schemeClr val="dk1"/>
              </a:solidFill>
              <a:latin typeface="Trebuchet MS"/>
            </a:endParaRPr>
          </a:p>
        </p:txBody>
      </p:sp>
      <p:pic>
        <p:nvPicPr>
          <p:cNvPr id="486" name="Picture 4" descr=""/>
          <p:cNvPicPr/>
          <p:nvPr/>
        </p:nvPicPr>
        <p:blipFill>
          <a:blip r:embed="rId1"/>
          <a:stretch/>
        </p:blipFill>
        <p:spPr>
          <a:xfrm>
            <a:off x="7995600" y="2930760"/>
            <a:ext cx="2760480" cy="3264120"/>
          </a:xfrm>
          <a:prstGeom prst="rect">
            <a:avLst/>
          </a:prstGeom>
          <a:ln w="0">
            <a:noFill/>
          </a:ln>
        </p:spPr>
      </p:pic>
      <p:pic>
        <p:nvPicPr>
          <p:cNvPr id="487" name="Picture 5" descr=""/>
          <p:cNvPicPr/>
          <p:nvPr/>
        </p:nvPicPr>
        <p:blipFill>
          <a:blip r:embed="rId2"/>
          <a:srcRect l="0" t="96170" r="0" b="0"/>
          <a:stretch/>
        </p:blipFill>
        <p:spPr>
          <a:xfrm>
            <a:off x="676080" y="6472080"/>
            <a:ext cx="2142720" cy="192600"/>
          </a:xfrm>
          <a:prstGeom prst="rect">
            <a:avLst/>
          </a:prstGeom>
          <a:ln w="0">
            <a:noFill/>
          </a:ln>
        </p:spPr>
      </p:pic>
    </p:spTree>
  </p:cSld>
  <mc:AlternateContent>
    <mc:Choice Requires="p14">
      <p:transition spd="slow" p14:dur="2000"/>
    </mc:Choice>
    <mc:Fallback>
      <p:transition spd="slow"/>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nodeType="clickEffect" fill="hold" presetClass="entr" presetID="53" presetSubtype="16">
                                  <p:stCondLst>
                                    <p:cond delay="0"/>
                                  </p:stCondLst>
                                  <p:childTnLst>
                                    <p:set>
                                      <p:cBhvr>
                                        <p:cTn id="43" dur="1" fill="hold">
                                          <p:stCondLst>
                                            <p:cond delay="0"/>
                                          </p:stCondLst>
                                        </p:cTn>
                                        <p:tgtEl>
                                          <p:spTgt spid="485"/>
                                        </p:tgtEl>
                                        <p:attrNameLst>
                                          <p:attrName>style.visibility</p:attrName>
                                        </p:attrNameLst>
                                      </p:cBhvr>
                                      <p:to>
                                        <p:strVal val="visible"/>
                                      </p:to>
                                    </p:set>
                                    <p:anim calcmode="lin" valueType="num">
                                      <p:cBhvr additive="repl">
                                        <p:cTn id="44" dur="500" fill="hold"/>
                                        <p:tgtEl>
                                          <p:spTgt spid="485"/>
                                        </p:tgtEl>
                                        <p:attrNameLst>
                                          <p:attrName>ppt_w</p:attrName>
                                        </p:attrNameLst>
                                      </p:cBhvr>
                                      <p:tavLst>
                                        <p:tav tm="0">
                                          <p:val>
                                            <p:strVal val="0"/>
                                          </p:val>
                                        </p:tav>
                                        <p:tav tm="100000">
                                          <p:val>
                                            <p:strVal val="#ppt_w"/>
                                          </p:val>
                                        </p:tav>
                                      </p:tavLst>
                                    </p:anim>
                                    <p:anim calcmode="lin" valueType="num">
                                      <p:cBhvr additive="repl">
                                        <p:cTn id="45" dur="500" fill="hold"/>
                                        <p:tgtEl>
                                          <p:spTgt spid="485"/>
                                        </p:tgtEl>
                                        <p:attrNameLst>
                                          <p:attrName>ppt_h</p:attrName>
                                        </p:attrNameLst>
                                      </p:cBhvr>
                                      <p:tavLst>
                                        <p:tav tm="0">
                                          <p:val>
                                            <p:strVal val="0"/>
                                          </p:val>
                                        </p:tav>
                                        <p:tav tm="100000">
                                          <p:val>
                                            <p:strVal val="#ppt_h"/>
                                          </p:val>
                                        </p:tav>
                                      </p:tavLst>
                                    </p:anim>
                                    <p:animEffect filter="fade" transition="in">
                                      <p:cBhvr additive="repl">
                                        <p:cTn id="46" dur="500"/>
                                        <p:tgtEl>
                                          <p:spTgt spid="485"/>
                                        </p:tgtEl>
                                      </p:cBhvr>
                                    </p:animEffec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42">
                                  <p:stCondLst>
                                    <p:cond delay="0"/>
                                  </p:stCondLst>
                                  <p:childTnLst>
                                    <p:set>
                                      <p:cBhvr>
                                        <p:cTn id="50" dur="1" fill="hold">
                                          <p:stCondLst>
                                            <p:cond delay="0"/>
                                          </p:stCondLst>
                                        </p:cTn>
                                        <p:tgtEl>
                                          <p:spTgt spid="484">
                                            <p:txEl>
                                              <p:pRg st="0" end="0"/>
                                            </p:txEl>
                                          </p:spTgt>
                                        </p:tgtEl>
                                        <p:attrNameLst>
                                          <p:attrName>style.visibility</p:attrName>
                                        </p:attrNameLst>
                                      </p:cBhvr>
                                      <p:to>
                                        <p:strVal val="visible"/>
                                      </p:to>
                                    </p:set>
                                    <p:animEffect filter="fade" transition="in">
                                      <p:cBhvr additive="repl">
                                        <p:cTn id="51" dur="1000"/>
                                        <p:tgtEl>
                                          <p:spTgt spid="484">
                                            <p:txEl>
                                              <p:pRg st="0" end="0"/>
                                            </p:txEl>
                                          </p:spTgt>
                                        </p:tgtEl>
                                      </p:cBhvr>
                                    </p:animEffect>
                                    <p:anim calcmode="lin" valueType="num">
                                      <p:cBhvr additive="repl">
                                        <p:cTn id="52" dur="1000" fill="hold"/>
                                        <p:tgtEl>
                                          <p:spTgt spid="484">
                                            <p:txEl>
                                              <p:pRg st="0" end="0"/>
                                            </p:txEl>
                                          </p:spTgt>
                                        </p:tgtEl>
                                        <p:attrNameLst>
                                          <p:attrName>ppt_x</p:attrName>
                                        </p:attrNameLst>
                                      </p:cBhvr>
                                      <p:tavLst>
                                        <p:tav tm="0">
                                          <p:val>
                                            <p:strVal val="#ppt_x"/>
                                          </p:val>
                                        </p:tav>
                                        <p:tav tm="100000">
                                          <p:val>
                                            <p:strVal val="#ppt_x"/>
                                          </p:val>
                                        </p:tav>
                                      </p:tavLst>
                                    </p:anim>
                                    <p:anim calcmode="lin" valueType="num">
                                      <p:cBhvr additive="repl">
                                        <p:cTn id="53" dur="1000" fill="hold"/>
                                        <p:tgtEl>
                                          <p:spTgt spid="48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488" name="PlaceHolder 1"/>
          <p:cNvSpPr>
            <a:spLocks noGrp="1"/>
          </p:cNvSpPr>
          <p:nvPr>
            <p:ph/>
          </p:nvPr>
        </p:nvSpPr>
        <p:spPr>
          <a:xfrm>
            <a:off x="203040" y="1600200"/>
            <a:ext cx="9855360" cy="4572000"/>
          </a:xfrm>
          <a:prstGeom prst="rect">
            <a:avLst/>
          </a:prstGeom>
          <a:noFill/>
          <a:ln w="0">
            <a:noFill/>
          </a:ln>
        </p:spPr>
        <p:txBody>
          <a:bodyPr lIns="0" rIns="0" tIns="0" bIns="0" anchor="t">
            <a:normAutofit/>
          </a:bodyPr>
          <a:p>
            <a:pPr marL="432000" indent="0">
              <a:spcBef>
                <a:spcPts val="1191"/>
              </a:spcBef>
              <a:spcAft>
                <a:spcPts val="992"/>
              </a:spcAft>
              <a:buNone/>
            </a:pPr>
            <a:endParaRPr b="0" lang="en-US" sz="2200" spc="-1" strike="noStrike">
              <a:solidFill>
                <a:schemeClr val="dk1">
                  <a:lumMod val="75000"/>
                  <a:lumOff val="25000"/>
                </a:schemeClr>
              </a:solidFill>
              <a:latin typeface="Trebuchet MS"/>
            </a:endParaRPr>
          </a:p>
          <a:p>
            <a:pPr marL="432000" indent="-324000">
              <a:spcBef>
                <a:spcPts val="1191"/>
              </a:spcBef>
              <a:spcAft>
                <a:spcPts val="992"/>
              </a:spcAft>
              <a:buClr>
                <a:srgbClr val="000000"/>
              </a:buClr>
              <a:buSzPct val="45000"/>
              <a:buFont typeface="Wingdings" charset="2"/>
              <a:buChar char=""/>
            </a:pPr>
            <a:r>
              <a:rPr b="0" lang="en-US" sz="2000" spc="-1" strike="noStrike">
                <a:solidFill>
                  <a:schemeClr val="dk1">
                    <a:lumMod val="75000"/>
                    <a:lumOff val="25000"/>
                  </a:schemeClr>
                </a:solidFill>
                <a:latin typeface="Trebuchet MS"/>
              </a:rPr>
              <a:t>This project analyzes agricultural data across different seasons to identify patterns, trends, and variations in agricultural performance. The analysis covers crop yield, production, environmental conditions, resource usage, irrigation methods, water efficiency, costs, revenue, profitability, and disease/pest risk.</a:t>
            </a:r>
            <a:endParaRPr b="0" lang="en-US" sz="2000" spc="-1" strike="noStrike">
              <a:solidFill>
                <a:schemeClr val="dk1">
                  <a:lumMod val="75000"/>
                  <a:lumOff val="25000"/>
                </a:schemeClr>
              </a:solidFill>
              <a:latin typeface="Trebuchet MS"/>
            </a:endParaRPr>
          </a:p>
          <a:p>
            <a:pPr marL="432000" indent="-324000">
              <a:spcBef>
                <a:spcPts val="1191"/>
              </a:spcBef>
              <a:spcAft>
                <a:spcPts val="992"/>
              </a:spcAft>
              <a:buClr>
                <a:srgbClr val="000000"/>
              </a:buClr>
              <a:buSzPct val="45000"/>
              <a:buFont typeface="Wingdings" charset="2"/>
              <a:buChar char=""/>
            </a:pPr>
            <a:r>
              <a:rPr b="0" lang="en-US" sz="2000" spc="-1" strike="noStrike">
                <a:solidFill>
                  <a:schemeClr val="dk1">
                    <a:lumMod val="75000"/>
                    <a:lumOff val="25000"/>
                  </a:schemeClr>
                </a:solidFill>
                <a:latin typeface="Trebuchet MS"/>
              </a:rPr>
              <a:t>Using Python, Pandas, Matplotlib, Seaborn, and SciPy, the project performs data cleaning, exploratory data analysis, statistical analysis, correlation analysis, and visualization. The results are used to compare agricultural performance across seasons and derive data-driven insights and recommendations for better seasonal agricultural planning.</a:t>
            </a:r>
            <a:endParaRPr b="0" lang="en-US" sz="2000" spc="-1" strike="noStrike">
              <a:solidFill>
                <a:schemeClr val="dk1">
                  <a:lumMod val="75000"/>
                  <a:lumOff val="25000"/>
                </a:schemeClr>
              </a:solidFill>
              <a:latin typeface="Trebuchet MS"/>
            </a:endParaRPr>
          </a:p>
          <a:p>
            <a:pPr marL="432000" indent="0">
              <a:spcBef>
                <a:spcPts val="1191"/>
              </a:spcBef>
              <a:spcAft>
                <a:spcPts val="992"/>
              </a:spcAft>
              <a:buNone/>
            </a:pPr>
            <a:r>
              <a:rPr b="0" lang="en-US" sz="1000" spc="-1" strike="noStrike">
                <a:solidFill>
                  <a:schemeClr val="dk1">
                    <a:lumMod val="75000"/>
                    <a:lumOff val="25000"/>
                  </a:schemeClr>
                </a:solidFill>
                <a:latin typeface="Trebuchet MS"/>
              </a:rPr>
              <a:t> </a:t>
            </a:r>
            <a:endParaRPr b="0" lang="en-US" sz="1000" spc="-1" strike="noStrike">
              <a:solidFill>
                <a:schemeClr val="dk1">
                  <a:lumMod val="75000"/>
                  <a:lumOff val="25000"/>
                </a:schemeClr>
              </a:solidFill>
              <a:latin typeface="Trebuchet MS"/>
            </a:endParaRPr>
          </a:p>
        </p:txBody>
      </p:sp>
      <p:pic>
        <p:nvPicPr>
          <p:cNvPr id="489" name="Picture 5" descr=""/>
          <p:cNvPicPr/>
          <p:nvPr/>
        </p:nvPicPr>
        <p:blipFill>
          <a:blip r:embed="rId1"/>
          <a:stretch/>
        </p:blipFill>
        <p:spPr>
          <a:xfrm>
            <a:off x="3657600" y="3741840"/>
            <a:ext cx="1279080" cy="165960"/>
          </a:xfrm>
          <a:prstGeom prst="rect">
            <a:avLst/>
          </a:prstGeom>
          <a:ln w="0">
            <a:noFill/>
          </a:ln>
        </p:spPr>
      </p:pic>
      <p:sp>
        <p:nvSpPr>
          <p:cNvPr id="490" name="PlaceHolder 2"/>
          <p:cNvSpPr>
            <a:spLocks noGrp="1"/>
          </p:cNvSpPr>
          <p:nvPr>
            <p:ph type="title"/>
          </p:nvPr>
        </p:nvSpPr>
        <p:spPr>
          <a:xfrm>
            <a:off x="660240" y="805320"/>
            <a:ext cx="4274640" cy="830520"/>
          </a:xfrm>
          <a:prstGeom prst="rect">
            <a:avLst/>
          </a:prstGeom>
          <a:noFill/>
          <a:ln w="0">
            <a:noFill/>
          </a:ln>
        </p:spPr>
        <p:txBody>
          <a:bodyPr lIns="0" rIns="0" tIns="0" bIns="0" anchor="ctr">
            <a:noAutofit/>
          </a:bodyPr>
          <a:p>
            <a:pPr indent="0">
              <a:buNone/>
            </a:pPr>
            <a:r>
              <a:rPr b="1" lang="en-US" sz="3000" spc="-1" strike="noStrike">
                <a:solidFill>
                  <a:schemeClr val="dk1"/>
                </a:solidFill>
                <a:latin typeface="Trebuchet MS"/>
              </a:rPr>
              <a:t>PROJECT DESCRIPTION</a:t>
            </a:r>
            <a:endParaRPr b="0" lang="en-US" sz="3000" spc="-1" strike="noStrike">
              <a:solidFill>
                <a:schemeClr val="dk1"/>
              </a:solidFill>
              <a:latin typeface="Trebuchet M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p:nvPr>
        </p:nvSpPr>
        <p:spPr>
          <a:xfrm>
            <a:off x="721440" y="1991520"/>
            <a:ext cx="7904160" cy="398952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2e946b"/>
              </a:buClr>
              <a:buSzPct val="80000"/>
              <a:buFont typeface="Wingdings" charset="2"/>
              <a:buChar char=""/>
            </a:pPr>
            <a:r>
              <a:rPr b="0" lang="en-US" sz="2000" spc="-1" strike="noStrike">
                <a:solidFill>
                  <a:schemeClr val="dk1">
                    <a:lumMod val="75000"/>
                    <a:lumOff val="25000"/>
                  </a:schemeClr>
                </a:solidFill>
                <a:latin typeface="Trebuchet MS"/>
              </a:rPr>
              <a:t>Farmers, agricultural planners, government agricultural departments, researchers, agribusinesses, and resource/irrigation managers who can use seasonal agricultural insights for better planning and decision-making.</a:t>
            </a:r>
            <a:endParaRPr b="0" lang="en-US" sz="2000" spc="-1" strike="noStrike">
              <a:solidFill>
                <a:schemeClr val="dk1">
                  <a:lumMod val="75000"/>
                  <a:lumOff val="25000"/>
                </a:schemeClr>
              </a:solidFill>
              <a:latin typeface="Trebuchet MS"/>
            </a:endParaRPr>
          </a:p>
        </p:txBody>
      </p:sp>
      <p:sp>
        <p:nvSpPr>
          <p:cNvPr id="492" name="PlaceHolder 2"/>
          <p:cNvSpPr>
            <a:spLocks noGrp="1"/>
          </p:cNvSpPr>
          <p:nvPr>
            <p:ph type="title"/>
          </p:nvPr>
        </p:nvSpPr>
        <p:spPr>
          <a:xfrm>
            <a:off x="619920" y="876600"/>
            <a:ext cx="10045800" cy="802440"/>
          </a:xfrm>
          <a:prstGeom prst="rect">
            <a:avLst/>
          </a:prstGeom>
          <a:noFill/>
          <a:ln w="0">
            <a:noFill/>
          </a:ln>
        </p:spPr>
        <p:txBody>
          <a:bodyPr lIns="91440" rIns="91440" tIns="45720" bIns="45720" anchor="t">
            <a:normAutofit/>
          </a:bodyPr>
          <a:p>
            <a:pPr indent="0" defTabSz="457200">
              <a:lnSpc>
                <a:spcPct val="100000"/>
              </a:lnSpc>
              <a:buNone/>
            </a:pPr>
            <a:r>
              <a:rPr b="1" lang="en-US" sz="3200" spc="-1" strike="noStrike">
                <a:solidFill>
                  <a:schemeClr val="dk1"/>
                </a:solidFill>
                <a:latin typeface="Trebuchet MS"/>
              </a:rPr>
              <a:t>WHO ARE THE END USERS?</a:t>
            </a:r>
            <a:endParaRPr b="0" lang="en-US" sz="3200" spc="-1" strike="noStrike">
              <a:solidFill>
                <a:schemeClr val="dk1"/>
              </a:solidFill>
              <a:latin typeface="Trebuchet MS"/>
            </a:endParaRPr>
          </a:p>
        </p:txBody>
      </p:sp>
      <p:pic>
        <p:nvPicPr>
          <p:cNvPr id="493" name="Picture 5" descr=""/>
          <p:cNvPicPr/>
          <p:nvPr/>
        </p:nvPicPr>
        <p:blipFill>
          <a:blip r:embed="rId1"/>
          <a:stretch/>
        </p:blipFill>
        <p:spPr>
          <a:xfrm>
            <a:off x="721440" y="6176880"/>
            <a:ext cx="2180880" cy="485280"/>
          </a:xfrm>
          <a:prstGeom prst="rect">
            <a:avLst/>
          </a:prstGeom>
          <a:ln w="0">
            <a:noFill/>
          </a:ln>
        </p:spPr>
      </p:pic>
    </p:spTree>
  </p:cSld>
  <mc:AlternateContent>
    <mc:Choice Requires="p14">
      <p:transition spd="slow" p14:dur="2000"/>
    </mc:Choice>
    <mc:Fallback>
      <p:transition spd="slow"/>
    </mc:Fallback>
  </mc:AlternateContent>
  <p:timing>
    <p:tnLst>
      <p:par>
        <p:cTn id="54" dur="indefinite" restart="never" nodeType="tmRoot">
          <p:childTnLst>
            <p:seq>
              <p:cTn id="55" dur="indefinite" nodeType="mainSeq">
                <p:childTnLst>
                  <p:par>
                    <p:cTn id="56" fill="hold">
                      <p:stCondLst>
                        <p:cond delay="indefinite"/>
                      </p:stCondLst>
                      <p:childTnLst>
                        <p:par>
                          <p:cTn id="57" fill="hold">
                            <p:stCondLst>
                              <p:cond delay="0"/>
                            </p:stCondLst>
                            <p:childTnLst>
                              <p:par>
                                <p:cTn id="58" nodeType="clickEffect" fill="hold" presetClass="entr" presetID="53" presetSubtype="16">
                                  <p:stCondLst>
                                    <p:cond delay="0"/>
                                  </p:stCondLst>
                                  <p:childTnLst>
                                    <p:set>
                                      <p:cBhvr>
                                        <p:cTn id="59" dur="1" fill="hold">
                                          <p:stCondLst>
                                            <p:cond delay="0"/>
                                          </p:stCondLst>
                                        </p:cTn>
                                        <p:tgtEl>
                                          <p:spTgt spid="492"/>
                                        </p:tgtEl>
                                        <p:attrNameLst>
                                          <p:attrName>style.visibility</p:attrName>
                                        </p:attrNameLst>
                                      </p:cBhvr>
                                      <p:to>
                                        <p:strVal val="visible"/>
                                      </p:to>
                                    </p:set>
                                    <p:anim calcmode="lin" valueType="num">
                                      <p:cBhvr additive="repl">
                                        <p:cTn id="60" dur="500" fill="hold"/>
                                        <p:tgtEl>
                                          <p:spTgt spid="492"/>
                                        </p:tgtEl>
                                        <p:attrNameLst>
                                          <p:attrName>ppt_w</p:attrName>
                                        </p:attrNameLst>
                                      </p:cBhvr>
                                      <p:tavLst>
                                        <p:tav tm="0">
                                          <p:val>
                                            <p:strVal val="0"/>
                                          </p:val>
                                        </p:tav>
                                        <p:tav tm="100000">
                                          <p:val>
                                            <p:strVal val="#ppt_w"/>
                                          </p:val>
                                        </p:tav>
                                      </p:tavLst>
                                    </p:anim>
                                    <p:anim calcmode="lin" valueType="num">
                                      <p:cBhvr additive="repl">
                                        <p:cTn id="61" dur="500" fill="hold"/>
                                        <p:tgtEl>
                                          <p:spTgt spid="492"/>
                                        </p:tgtEl>
                                        <p:attrNameLst>
                                          <p:attrName>ppt_h</p:attrName>
                                        </p:attrNameLst>
                                      </p:cBhvr>
                                      <p:tavLst>
                                        <p:tav tm="0">
                                          <p:val>
                                            <p:strVal val="0"/>
                                          </p:val>
                                        </p:tav>
                                        <p:tav tm="100000">
                                          <p:val>
                                            <p:strVal val="#ppt_h"/>
                                          </p:val>
                                        </p:tav>
                                      </p:tavLst>
                                    </p:anim>
                                    <p:animEffect filter="fade" transition="in">
                                      <p:cBhvr additive="repl">
                                        <p:cTn id="62" dur="500"/>
                                        <p:tgtEl>
                                          <p:spTgt spid="492"/>
                                        </p:tgtEl>
                                      </p:cBhvr>
                                    </p:animEffect>
                                  </p:childTnLst>
                                </p:cTn>
                              </p:par>
                            </p:childTnLst>
                          </p:cTn>
                        </p:par>
                      </p:childTnLst>
                    </p:cTn>
                  </p:par>
                  <p:par>
                    <p:cTn id="63" fill="hold">
                      <p:stCondLst>
                        <p:cond delay="indefinite"/>
                      </p:stCondLst>
                      <p:childTnLst>
                        <p:par>
                          <p:cTn id="64" fill="hold">
                            <p:stCondLst>
                              <p:cond delay="0"/>
                            </p:stCondLst>
                            <p:childTnLst>
                              <p:par>
                                <p:cTn id="65" nodeType="clickEffect" fill="hold" presetClass="entr" presetID="42">
                                  <p:stCondLst>
                                    <p:cond delay="0"/>
                                  </p:stCondLst>
                                  <p:endCondLst>
                                    <p:cond delay="0" evt="begin"/>
                                  </p:endCondLst>
                                  <p:childTnLst>
                                    <p:set>
                                      <p:cBhvr>
                                        <p:cTn id="66" dur="1" fill="hold">
                                          <p:stCondLst>
                                            <p:cond delay="0"/>
                                          </p:stCondLst>
                                        </p:cTn>
                                        <p:tgtEl>
                                          <p:spTgt spid="491">
                                            <p:txEl>
                                              <p:pRg st="0" end="0"/>
                                            </p:txEl>
                                          </p:spTgt>
                                        </p:tgtEl>
                                        <p:attrNameLst>
                                          <p:attrName>style.visibility</p:attrName>
                                        </p:attrNameLst>
                                      </p:cBhvr>
                                      <p:to>
                                        <p:strVal val="visible"/>
                                      </p:to>
                                    </p:set>
                                    <p:animEffect filter="fade" transition="in">
                                      <p:cBhvr additive="repl">
                                        <p:cTn id="67" dur="1000"/>
                                        <p:tgtEl>
                                          <p:spTgt spid="491">
                                            <p:txEl>
                                              <p:pRg st="0" end="0"/>
                                            </p:txEl>
                                          </p:spTgt>
                                        </p:tgtEl>
                                      </p:cBhvr>
                                    </p:animEffect>
                                    <p:anim calcmode="lin" valueType="num">
                                      <p:cBhvr additive="repl">
                                        <p:cTn id="68" dur="1000" fill="hold"/>
                                        <p:tgtEl>
                                          <p:spTgt spid="491">
                                            <p:txEl>
                                              <p:pRg st="0" end="0"/>
                                            </p:txEl>
                                          </p:spTgt>
                                        </p:tgtEl>
                                        <p:attrNameLst>
                                          <p:attrName>ppt_x</p:attrName>
                                        </p:attrNameLst>
                                      </p:cBhvr>
                                      <p:tavLst>
                                        <p:tav tm="0">
                                          <p:val>
                                            <p:strVal val="#ppt_x"/>
                                          </p:val>
                                        </p:tav>
                                        <p:tav tm="100000">
                                          <p:val>
                                            <p:strVal val="#ppt_x"/>
                                          </p:val>
                                        </p:tav>
                                      </p:tavLst>
                                    </p:anim>
                                    <p:anim calcmode="lin" valueType="num">
                                      <p:cBhvr additive="repl">
                                        <p:cTn id="69" dur="1000" fill="hold"/>
                                        <p:tgtEl>
                                          <p:spTgt spid="49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pic>
        <p:nvPicPr>
          <p:cNvPr id="494" name="Picture 5" descr=""/>
          <p:cNvPicPr/>
          <p:nvPr/>
        </p:nvPicPr>
        <p:blipFill>
          <a:blip r:embed="rId1"/>
          <a:stretch/>
        </p:blipFill>
        <p:spPr>
          <a:xfrm>
            <a:off x="467280" y="6410520"/>
            <a:ext cx="3705840" cy="295560"/>
          </a:xfrm>
          <a:prstGeom prst="rect">
            <a:avLst/>
          </a:prstGeom>
          <a:ln w="0">
            <a:noFill/>
          </a:ln>
        </p:spPr>
      </p:pic>
      <p:pic>
        <p:nvPicPr>
          <p:cNvPr id="495" name="Picture 1" descr=""/>
          <p:cNvPicPr/>
          <p:nvPr/>
        </p:nvPicPr>
        <p:blipFill>
          <a:blip r:embed="rId2"/>
          <a:stretch/>
        </p:blipFill>
        <p:spPr>
          <a:xfrm flipH="1">
            <a:off x="51120" y="3820320"/>
            <a:ext cx="1726920" cy="3009600"/>
          </a:xfrm>
          <a:prstGeom prst="rect">
            <a:avLst/>
          </a:prstGeom>
          <a:ln w="0">
            <a:noFill/>
          </a:ln>
        </p:spPr>
      </p:pic>
      <p:sp>
        <p:nvSpPr>
          <p:cNvPr id="496" name="PlaceHolder 1"/>
          <p:cNvSpPr>
            <a:spLocks noGrp="1"/>
          </p:cNvSpPr>
          <p:nvPr>
            <p:ph/>
          </p:nvPr>
        </p:nvSpPr>
        <p:spPr>
          <a:xfrm>
            <a:off x="390600" y="1432440"/>
            <a:ext cx="9027360" cy="5243040"/>
          </a:xfrm>
          <a:prstGeom prst="rect">
            <a:avLst/>
          </a:prstGeom>
          <a:noFill/>
          <a:ln w="0">
            <a:noFill/>
          </a:ln>
        </p:spPr>
        <p:txBody>
          <a:bodyPr lIns="91440" rIns="91440" tIns="45720" bIns="45720" anchor="t">
            <a:noAutofit/>
          </a:bodyPr>
          <a:p>
            <a:pPr marL="743040" indent="-285840" defTabSz="457200">
              <a:lnSpc>
                <a:spcPct val="100000"/>
              </a:lnSpc>
              <a:spcBef>
                <a:spcPts val="1191"/>
              </a:spcBef>
              <a:spcAft>
                <a:spcPts val="992"/>
              </a:spcAft>
              <a:buClr>
                <a:srgbClr val="2e946b"/>
              </a:buClr>
              <a:buSzPct val="80000"/>
              <a:buFont typeface="Wingdings" charset="2"/>
              <a:buChar char=""/>
            </a:pPr>
            <a:r>
              <a:rPr b="0" lang="en-US" sz="2000" spc="-1" strike="noStrike">
                <a:solidFill>
                  <a:schemeClr val="dk1">
                    <a:lumMod val="75000"/>
                    <a:lumOff val="25000"/>
                  </a:schemeClr>
                </a:solidFill>
                <a:latin typeface="Trebuchet MS"/>
              </a:rPr>
              <a:t>Python, Jupyter Notebook, Pandas, NumPy, Matplotlib, Seaborn, and SciPy.</a:t>
            </a:r>
            <a:endParaRPr b="0" lang="en-US" sz="2000" spc="-1" strike="noStrike">
              <a:solidFill>
                <a:schemeClr val="dk1">
                  <a:lumMod val="75000"/>
                  <a:lumOff val="25000"/>
                </a:schemeClr>
              </a:solidFill>
              <a:latin typeface="Trebuchet MS"/>
            </a:endParaRPr>
          </a:p>
        </p:txBody>
      </p:sp>
      <p:sp>
        <p:nvSpPr>
          <p:cNvPr id="497" name="PlaceHolder 2"/>
          <p:cNvSpPr>
            <a:spLocks noGrp="1"/>
          </p:cNvSpPr>
          <p:nvPr>
            <p:ph type="title"/>
          </p:nvPr>
        </p:nvSpPr>
        <p:spPr>
          <a:xfrm>
            <a:off x="660240" y="430560"/>
            <a:ext cx="5306040" cy="847440"/>
          </a:xfrm>
          <a:prstGeom prst="rect">
            <a:avLst/>
          </a:prstGeom>
          <a:noFill/>
          <a:ln w="0">
            <a:noFill/>
          </a:ln>
        </p:spPr>
        <p:txBody>
          <a:bodyPr lIns="91440" rIns="91440" tIns="45720" bIns="45720" anchor="t">
            <a:normAutofit fontScale="98144"/>
          </a:bodyPr>
          <a:p>
            <a:pPr indent="0" defTabSz="457200">
              <a:lnSpc>
                <a:spcPct val="100000"/>
              </a:lnSpc>
              <a:buNone/>
            </a:pPr>
            <a:r>
              <a:rPr b="1" lang="en-US" sz="4800" spc="-1" strike="noStrike">
                <a:solidFill>
                  <a:schemeClr val="dk1"/>
                </a:solidFill>
                <a:latin typeface="Trebuchet MS"/>
              </a:rPr>
              <a:t>Technology Used</a:t>
            </a:r>
            <a:endParaRPr b="0" lang="en-US" sz="4800" spc="-1" strike="noStrike">
              <a:solidFill>
                <a:schemeClr val="dk1"/>
              </a:solidFill>
              <a:latin typeface="Trebuchet MS"/>
            </a:endParaRPr>
          </a:p>
        </p:txBody>
      </p:sp>
    </p:spTree>
  </p:cSld>
  <mc:AlternateContent>
    <mc:Choice Requires="p14">
      <p:transition spd="slow" p14:dur="2000"/>
    </mc:Choice>
    <mc:Fallback>
      <p:transition spd="slow"/>
    </mc:Fallback>
  </mc:AlternateContent>
  <p:timing>
    <p:tnLst>
      <p:par>
        <p:cTn id="70" dur="indefinite" restart="never" nodeType="tmRoot">
          <p:childTnLst>
            <p:seq>
              <p:cTn id="71" dur="indefinite" nodeType="mainSeq">
                <p:childTnLst>
                  <p:par>
                    <p:cTn id="72" fill="hold">
                      <p:stCondLst>
                        <p:cond delay="indefinite"/>
                      </p:stCondLst>
                      <p:childTnLst>
                        <p:par>
                          <p:cTn id="73" fill="hold">
                            <p:stCondLst>
                              <p:cond delay="0"/>
                            </p:stCondLst>
                            <p:childTnLst>
                              <p:par>
                                <p:cTn id="74" nodeType="clickEffect" fill="hold" presetClass="entr" presetID="53" presetSubtype="16">
                                  <p:stCondLst>
                                    <p:cond delay="0"/>
                                  </p:stCondLst>
                                  <p:childTnLst>
                                    <p:set>
                                      <p:cBhvr>
                                        <p:cTn id="75" dur="1" fill="hold">
                                          <p:stCondLst>
                                            <p:cond delay="0"/>
                                          </p:stCondLst>
                                        </p:cTn>
                                        <p:tgtEl>
                                          <p:spTgt spid="497"/>
                                        </p:tgtEl>
                                        <p:attrNameLst>
                                          <p:attrName>style.visibility</p:attrName>
                                        </p:attrNameLst>
                                      </p:cBhvr>
                                      <p:to>
                                        <p:strVal val="visible"/>
                                      </p:to>
                                    </p:set>
                                    <p:anim calcmode="lin" valueType="num">
                                      <p:cBhvr additive="repl">
                                        <p:cTn id="76" dur="500" fill="hold"/>
                                        <p:tgtEl>
                                          <p:spTgt spid="497"/>
                                        </p:tgtEl>
                                        <p:attrNameLst>
                                          <p:attrName>ppt_w</p:attrName>
                                        </p:attrNameLst>
                                      </p:cBhvr>
                                      <p:tavLst>
                                        <p:tav tm="0">
                                          <p:val>
                                            <p:strVal val="0"/>
                                          </p:val>
                                        </p:tav>
                                        <p:tav tm="100000">
                                          <p:val>
                                            <p:strVal val="#ppt_w"/>
                                          </p:val>
                                        </p:tav>
                                      </p:tavLst>
                                    </p:anim>
                                    <p:anim calcmode="lin" valueType="num">
                                      <p:cBhvr additive="repl">
                                        <p:cTn id="77" dur="500" fill="hold"/>
                                        <p:tgtEl>
                                          <p:spTgt spid="497"/>
                                        </p:tgtEl>
                                        <p:attrNameLst>
                                          <p:attrName>ppt_h</p:attrName>
                                        </p:attrNameLst>
                                      </p:cBhvr>
                                      <p:tavLst>
                                        <p:tav tm="0">
                                          <p:val>
                                            <p:strVal val="0"/>
                                          </p:val>
                                        </p:tav>
                                        <p:tav tm="100000">
                                          <p:val>
                                            <p:strVal val="#ppt_h"/>
                                          </p:val>
                                        </p:tav>
                                      </p:tavLst>
                                    </p:anim>
                                    <p:animEffect filter="fade" transition="in">
                                      <p:cBhvr additive="repl">
                                        <p:cTn id="78" dur="500"/>
                                        <p:tgtEl>
                                          <p:spTgt spid="497"/>
                                        </p:tgtEl>
                                      </p:cBhvr>
                                    </p:animEffec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42">
                                  <p:stCondLst>
                                    <p:cond delay="0"/>
                                  </p:stCondLst>
                                  <p:endCondLst>
                                    <p:cond delay="0" evt="begin"/>
                                  </p:endCondLst>
                                  <p:childTnLst>
                                    <p:set>
                                      <p:cBhvr>
                                        <p:cTn id="82" dur="1" fill="hold">
                                          <p:stCondLst>
                                            <p:cond delay="0"/>
                                          </p:stCondLst>
                                        </p:cTn>
                                        <p:tgtEl>
                                          <p:spTgt spid="496">
                                            <p:txEl>
                                              <p:pRg st="0" end="0"/>
                                            </p:txEl>
                                          </p:spTgt>
                                        </p:tgtEl>
                                        <p:attrNameLst>
                                          <p:attrName>style.visibility</p:attrName>
                                        </p:attrNameLst>
                                      </p:cBhvr>
                                      <p:to>
                                        <p:strVal val="visible"/>
                                      </p:to>
                                    </p:set>
                                    <p:animEffect filter="fade" transition="in">
                                      <p:cBhvr additive="repl">
                                        <p:cTn id="83" dur="1000"/>
                                        <p:tgtEl>
                                          <p:spTgt spid="496">
                                            <p:txEl>
                                              <p:pRg st="0" end="0"/>
                                            </p:txEl>
                                          </p:spTgt>
                                        </p:tgtEl>
                                      </p:cBhvr>
                                    </p:animEffect>
                                    <p:anim calcmode="lin" valueType="num">
                                      <p:cBhvr additive="repl">
                                        <p:cTn id="84" dur="1000" fill="hold"/>
                                        <p:tgtEl>
                                          <p:spTgt spid="496">
                                            <p:txEl>
                                              <p:pRg st="0" end="0"/>
                                            </p:txEl>
                                          </p:spTgt>
                                        </p:tgtEl>
                                        <p:attrNameLst>
                                          <p:attrName>ppt_x</p:attrName>
                                        </p:attrNameLst>
                                      </p:cBhvr>
                                      <p:tavLst>
                                        <p:tav tm="0">
                                          <p:val>
                                            <p:strVal val="#ppt_x"/>
                                          </p:val>
                                        </p:tav>
                                        <p:tav tm="100000">
                                          <p:val>
                                            <p:strVal val="#ppt_x"/>
                                          </p:val>
                                        </p:tav>
                                      </p:tavLst>
                                    </p:anim>
                                    <p:anim calcmode="lin" valueType="num">
                                      <p:cBhvr additive="repl">
                                        <p:cTn id="85" dur="1000" fill="hold"/>
                                        <p:tgtEl>
                                          <p:spTgt spid="49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8" name="Picture 4" descr=""/>
          <p:cNvPicPr/>
          <p:nvPr/>
        </p:nvPicPr>
        <p:blipFill>
          <a:blip r:embed="rId1"/>
          <a:srcRect l="0" t="96170" r="0" b="0"/>
          <a:stretch/>
        </p:blipFill>
        <p:spPr>
          <a:xfrm>
            <a:off x="676080" y="6472080"/>
            <a:ext cx="2142720" cy="192600"/>
          </a:xfrm>
          <a:prstGeom prst="rect">
            <a:avLst/>
          </a:prstGeom>
          <a:ln w="0">
            <a:noFill/>
          </a:ln>
        </p:spPr>
      </p:pic>
      <p:sp>
        <p:nvSpPr>
          <p:cNvPr id="499"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00"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01"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502" name="" descr=""/>
          <p:cNvPicPr/>
          <p:nvPr/>
        </p:nvPicPr>
        <p:blipFill>
          <a:blip r:embed="rId2"/>
          <a:stretch/>
        </p:blipFill>
        <p:spPr>
          <a:xfrm>
            <a:off x="457200" y="1127520"/>
            <a:ext cx="10287000" cy="5501880"/>
          </a:xfrm>
          <a:prstGeom prst="rect">
            <a:avLst/>
          </a:prstGeom>
          <a:ln w="0">
            <a:noFill/>
          </a:ln>
        </p:spPr>
      </p:pic>
    </p:spTree>
  </p:cSld>
  <mc:AlternateContent>
    <mc:Choice Requires="p14">
      <p:transition spd="slow" p14:dur="2000"/>
    </mc:Choice>
    <mc:Fallback>
      <p:transition spd="slow"/>
    </mc:Fallback>
  </mc:AlternateContent>
  <p:timing>
    <p:tnLst>
      <p:par>
        <p:cTn id="86" dur="indefinite" restart="never" nodeType="tmRoot">
          <p:childTnLst>
            <p:seq>
              <p:cTn id="87" dur="indefinite" nodeType="mainSeq">
                <p:childTnLst>
                  <p:par>
                    <p:cTn id="88" fill="hold">
                      <p:stCondLst>
                        <p:cond delay="indefinite"/>
                      </p:stCondLst>
                      <p:childTnLst>
                        <p:par>
                          <p:cTn id="89" fill="hold">
                            <p:stCondLst>
                              <p:cond delay="0"/>
                            </p:stCondLst>
                            <p:childTnLst>
                              <p:par>
                                <p:cTn id="90" nodeType="clickEffect" fill="hold" presetClass="entr" presetID="53" presetSubtype="16">
                                  <p:stCondLst>
                                    <p:cond delay="0"/>
                                  </p:stCondLst>
                                  <p:childTnLst>
                                    <p:set>
                                      <p:cBhvr>
                                        <p:cTn id="91" dur="1" fill="hold">
                                          <p:stCondLst>
                                            <p:cond delay="0"/>
                                          </p:stCondLst>
                                        </p:cTn>
                                        <p:tgtEl>
                                          <p:spTgt spid="499"/>
                                        </p:tgtEl>
                                        <p:attrNameLst>
                                          <p:attrName>style.visibility</p:attrName>
                                        </p:attrNameLst>
                                      </p:cBhvr>
                                      <p:to>
                                        <p:strVal val="visible"/>
                                      </p:to>
                                    </p:set>
                                    <p:anim calcmode="lin" valueType="num">
                                      <p:cBhvr additive="repl">
                                        <p:cTn id="92" dur="500" fill="hold"/>
                                        <p:tgtEl>
                                          <p:spTgt spid="499"/>
                                        </p:tgtEl>
                                        <p:attrNameLst>
                                          <p:attrName>ppt_w</p:attrName>
                                        </p:attrNameLst>
                                      </p:cBhvr>
                                      <p:tavLst>
                                        <p:tav tm="0">
                                          <p:val>
                                            <p:strVal val="0"/>
                                          </p:val>
                                        </p:tav>
                                        <p:tav tm="100000">
                                          <p:val>
                                            <p:strVal val="#ppt_w"/>
                                          </p:val>
                                        </p:tav>
                                      </p:tavLst>
                                    </p:anim>
                                    <p:anim calcmode="lin" valueType="num">
                                      <p:cBhvr additive="repl">
                                        <p:cTn id="93" dur="500" fill="hold"/>
                                        <p:tgtEl>
                                          <p:spTgt spid="499"/>
                                        </p:tgtEl>
                                        <p:attrNameLst>
                                          <p:attrName>ppt_h</p:attrName>
                                        </p:attrNameLst>
                                      </p:cBhvr>
                                      <p:tavLst>
                                        <p:tav tm="0">
                                          <p:val>
                                            <p:strVal val="0"/>
                                          </p:val>
                                        </p:tav>
                                        <p:tav tm="100000">
                                          <p:val>
                                            <p:strVal val="#ppt_h"/>
                                          </p:val>
                                        </p:tav>
                                      </p:tavLst>
                                    </p:anim>
                                    <p:animEffect filter="fade" transition="in">
                                      <p:cBhvr additive="repl">
                                        <p:cTn id="94" dur="500"/>
                                        <p:tgtEl>
                                          <p:spTgt spid="499"/>
                                        </p:tgtEl>
                                      </p:cBhvr>
                                    </p:animEffect>
                                  </p:childTnLst>
                                </p:cTn>
                              </p:par>
                            </p:childTnLst>
                          </p:cTn>
                        </p:par>
                      </p:childTnLst>
                    </p:cTn>
                  </p:par>
                  <p:par>
                    <p:cTn id="95" fill="hold">
                      <p:stCondLst>
                        <p:cond delay="indefinite"/>
                      </p:stCondLst>
                      <p:childTnLst>
                        <p:par>
                          <p:cTn id="96" fill="hold">
                            <p:stCondLst>
                              <p:cond delay="0"/>
                            </p:stCondLst>
                            <p:childTnLst>
                              <p:par>
                                <p:cTn id="97" nodeType="clickEffect" fill="hold" presetClass="entr" presetID="42">
                                  <p:stCondLst>
                                    <p:cond delay="0"/>
                                  </p:stCondLst>
                                  <p:endCondLst>
                                    <p:cond delay="0" evt="begin"/>
                                  </p:endCondLst>
                                  <p:childTnLst>
                                    <p:set>
                                      <p:cBhvr>
                                        <p:cTn id="98" dur="1" fill="hold">
                                          <p:stCondLst>
                                            <p:cond delay="0"/>
                                          </p:stCondLst>
                                        </p:cTn>
                                        <p:tgtEl>
                                          <p:spTgt spid="500"/>
                                        </p:tgtEl>
                                        <p:attrNameLst>
                                          <p:attrName>style.visibility</p:attrName>
                                        </p:attrNameLst>
                                      </p:cBhvr>
                                      <p:to>
                                        <p:strVal val="visible"/>
                                      </p:to>
                                    </p:set>
                                    <p:animEffect filter="fade" transition="in">
                                      <p:cBhvr additive="repl">
                                        <p:cTn id="99" dur="1000"/>
                                        <p:tgtEl>
                                          <p:spTgt spid="500"/>
                                        </p:tgtEl>
                                      </p:cBhvr>
                                    </p:animEffect>
                                    <p:anim calcmode="lin" valueType="num">
                                      <p:cBhvr additive="repl">
                                        <p:cTn id="100" dur="1000" fill="hold"/>
                                        <p:tgtEl>
                                          <p:spTgt spid="500"/>
                                        </p:tgtEl>
                                        <p:attrNameLst>
                                          <p:attrName>ppt_x</p:attrName>
                                        </p:attrNameLst>
                                      </p:cBhvr>
                                      <p:tavLst>
                                        <p:tav tm="0">
                                          <p:val>
                                            <p:strVal val="#ppt_x"/>
                                          </p:val>
                                        </p:tav>
                                        <p:tav tm="100000">
                                          <p:val>
                                            <p:strVal val="#ppt_x"/>
                                          </p:val>
                                        </p:tav>
                                      </p:tavLst>
                                    </p:anim>
                                    <p:anim calcmode="lin" valueType="num">
                                      <p:cBhvr additive="repl">
                                        <p:cTn id="101" dur="1000" fill="hold"/>
                                        <p:tgtEl>
                                          <p:spTgt spid="500"/>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nodeType="clickEffect" fill="hold" presetClass="entr" presetID="42">
                                  <p:stCondLst>
                                    <p:cond delay="0"/>
                                  </p:stCondLst>
                                  <p:endCondLst>
                                    <p:cond delay="0" evt="begin"/>
                                  </p:endCondLst>
                                  <p:childTnLst>
                                    <p:set>
                                      <p:cBhvr>
                                        <p:cTn id="105" dur="1" fill="hold">
                                          <p:stCondLst>
                                            <p:cond delay="0"/>
                                          </p:stCondLst>
                                        </p:cTn>
                                        <p:tgtEl>
                                          <p:spTgt spid="501"/>
                                        </p:tgtEl>
                                        <p:attrNameLst>
                                          <p:attrName>style.visibility</p:attrName>
                                        </p:attrNameLst>
                                      </p:cBhvr>
                                      <p:to>
                                        <p:strVal val="visible"/>
                                      </p:to>
                                    </p:set>
                                    <p:animEffect filter="fade" transition="in">
                                      <p:cBhvr additive="repl">
                                        <p:cTn id="106" dur="1000"/>
                                        <p:tgtEl>
                                          <p:spTgt spid="501"/>
                                        </p:tgtEl>
                                      </p:cBhvr>
                                    </p:animEffect>
                                    <p:anim calcmode="lin" valueType="num">
                                      <p:cBhvr additive="repl">
                                        <p:cTn id="107" dur="1000" fill="hold"/>
                                        <p:tgtEl>
                                          <p:spTgt spid="501"/>
                                        </p:tgtEl>
                                        <p:attrNameLst>
                                          <p:attrName>ppt_x</p:attrName>
                                        </p:attrNameLst>
                                      </p:cBhvr>
                                      <p:tavLst>
                                        <p:tav tm="0">
                                          <p:val>
                                            <p:strVal val="#ppt_x"/>
                                          </p:val>
                                        </p:tav>
                                        <p:tav tm="100000">
                                          <p:val>
                                            <p:strVal val="#ppt_x"/>
                                          </p:val>
                                        </p:tav>
                                      </p:tavLst>
                                    </p:anim>
                                    <p:anim calcmode="lin" valueType="num">
                                      <p:cBhvr additive="repl">
                                        <p:cTn id="108" dur="1000" fill="hold"/>
                                        <p:tgtEl>
                                          <p:spTgt spid="5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3" name="Picture 4" descr=""/>
          <p:cNvPicPr/>
          <p:nvPr/>
        </p:nvPicPr>
        <p:blipFill>
          <a:blip r:embed="rId1"/>
          <a:srcRect l="0" t="96170" r="0" b="0"/>
          <a:stretch/>
        </p:blipFill>
        <p:spPr>
          <a:xfrm>
            <a:off x="676080" y="6472080"/>
            <a:ext cx="2142720" cy="192600"/>
          </a:xfrm>
          <a:prstGeom prst="rect">
            <a:avLst/>
          </a:prstGeom>
          <a:ln w="0">
            <a:noFill/>
          </a:ln>
        </p:spPr>
      </p:pic>
      <p:sp>
        <p:nvSpPr>
          <p:cNvPr id="504"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05"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06"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07"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08" name="" descr=""/>
          <p:cNvPicPr/>
          <p:nvPr/>
        </p:nvPicPr>
        <p:blipFill>
          <a:blip r:embed="rId2"/>
          <a:stretch/>
        </p:blipFill>
        <p:spPr>
          <a:xfrm>
            <a:off x="457200" y="1137960"/>
            <a:ext cx="10058400" cy="5491440"/>
          </a:xfrm>
          <a:prstGeom prst="rect">
            <a:avLst/>
          </a:prstGeom>
          <a:ln w="0">
            <a:noFill/>
          </a:ln>
        </p:spPr>
      </p:pic>
    </p:spTree>
  </p:cSld>
  <mc:AlternateContent>
    <mc:Choice Requires="p14">
      <p:transition spd="slow" p14:dur="2000"/>
    </mc:Choice>
    <mc:Fallback>
      <p:transition spd="slow"/>
    </mc:Fallback>
  </mc:AlternateContent>
  <p:timing>
    <p:tnLst>
      <p:par>
        <p:cTn id="109" dur="indefinite" restart="never" nodeType="tmRoot">
          <p:childTnLst>
            <p:seq>
              <p:cTn id="110" dur="indefinite" nodeType="mainSeq">
                <p:childTnLst>
                  <p:par>
                    <p:cTn id="111" fill="hold">
                      <p:stCondLst>
                        <p:cond delay="indefinite"/>
                      </p:stCondLst>
                      <p:childTnLst>
                        <p:par>
                          <p:cTn id="112" fill="hold">
                            <p:stCondLst>
                              <p:cond delay="0"/>
                            </p:stCondLst>
                            <p:childTnLst>
                              <p:par>
                                <p:cTn id="113" nodeType="clickEffect" fill="hold" presetClass="entr" presetID="53" presetSubtype="16">
                                  <p:stCondLst>
                                    <p:cond delay="0"/>
                                  </p:stCondLst>
                                  <p:childTnLst>
                                    <p:set>
                                      <p:cBhvr>
                                        <p:cTn id="114" dur="1" fill="hold">
                                          <p:stCondLst>
                                            <p:cond delay="0"/>
                                          </p:stCondLst>
                                        </p:cTn>
                                        <p:tgtEl>
                                          <p:spTgt spid="504"/>
                                        </p:tgtEl>
                                        <p:attrNameLst>
                                          <p:attrName>style.visibility</p:attrName>
                                        </p:attrNameLst>
                                      </p:cBhvr>
                                      <p:to>
                                        <p:strVal val="visible"/>
                                      </p:to>
                                    </p:set>
                                    <p:anim calcmode="lin" valueType="num">
                                      <p:cBhvr additive="repl">
                                        <p:cTn id="115" dur="500" fill="hold"/>
                                        <p:tgtEl>
                                          <p:spTgt spid="504"/>
                                        </p:tgtEl>
                                        <p:attrNameLst>
                                          <p:attrName>ppt_w</p:attrName>
                                        </p:attrNameLst>
                                      </p:cBhvr>
                                      <p:tavLst>
                                        <p:tav tm="0">
                                          <p:val>
                                            <p:strVal val="0"/>
                                          </p:val>
                                        </p:tav>
                                        <p:tav tm="100000">
                                          <p:val>
                                            <p:strVal val="#ppt_w"/>
                                          </p:val>
                                        </p:tav>
                                      </p:tavLst>
                                    </p:anim>
                                    <p:anim calcmode="lin" valueType="num">
                                      <p:cBhvr additive="repl">
                                        <p:cTn id="116" dur="500" fill="hold"/>
                                        <p:tgtEl>
                                          <p:spTgt spid="504"/>
                                        </p:tgtEl>
                                        <p:attrNameLst>
                                          <p:attrName>ppt_h</p:attrName>
                                        </p:attrNameLst>
                                      </p:cBhvr>
                                      <p:tavLst>
                                        <p:tav tm="0">
                                          <p:val>
                                            <p:strVal val="0"/>
                                          </p:val>
                                        </p:tav>
                                        <p:tav tm="100000">
                                          <p:val>
                                            <p:strVal val="#ppt_h"/>
                                          </p:val>
                                        </p:tav>
                                      </p:tavLst>
                                    </p:anim>
                                    <p:animEffect filter="fade" transition="in">
                                      <p:cBhvr additive="repl">
                                        <p:cTn id="117" dur="500"/>
                                        <p:tgtEl>
                                          <p:spTgt spid="504"/>
                                        </p:tgtEl>
                                      </p:cBhvr>
                                    </p:animEffect>
                                  </p:childTnLst>
                                </p:cTn>
                              </p:par>
                            </p:childTnLst>
                          </p:cTn>
                        </p:par>
                      </p:childTnLst>
                    </p:cTn>
                  </p:par>
                  <p:par>
                    <p:cTn id="118" fill="hold">
                      <p:stCondLst>
                        <p:cond delay="indefinite"/>
                      </p:stCondLst>
                      <p:childTnLst>
                        <p:par>
                          <p:cTn id="119" fill="hold">
                            <p:stCondLst>
                              <p:cond delay="0"/>
                            </p:stCondLst>
                            <p:childTnLst>
                              <p:par>
                                <p:cTn id="120" nodeType="clickEffect" fill="hold" presetClass="entr" presetID="42">
                                  <p:stCondLst>
                                    <p:cond delay="0"/>
                                  </p:stCondLst>
                                  <p:endCondLst>
                                    <p:cond delay="0" evt="begin"/>
                                  </p:endCondLst>
                                  <p:childTnLst>
                                    <p:set>
                                      <p:cBhvr>
                                        <p:cTn id="121" dur="1" fill="hold">
                                          <p:stCondLst>
                                            <p:cond delay="0"/>
                                          </p:stCondLst>
                                        </p:cTn>
                                        <p:tgtEl>
                                          <p:spTgt spid="505"/>
                                        </p:tgtEl>
                                        <p:attrNameLst>
                                          <p:attrName>style.visibility</p:attrName>
                                        </p:attrNameLst>
                                      </p:cBhvr>
                                      <p:to>
                                        <p:strVal val="visible"/>
                                      </p:to>
                                    </p:set>
                                    <p:animEffect filter="fade" transition="in">
                                      <p:cBhvr additive="repl">
                                        <p:cTn id="122" dur="1000"/>
                                        <p:tgtEl>
                                          <p:spTgt spid="505"/>
                                        </p:tgtEl>
                                      </p:cBhvr>
                                    </p:animEffect>
                                    <p:anim calcmode="lin" valueType="num">
                                      <p:cBhvr additive="repl">
                                        <p:cTn id="123" dur="1000" fill="hold"/>
                                        <p:tgtEl>
                                          <p:spTgt spid="505"/>
                                        </p:tgtEl>
                                        <p:attrNameLst>
                                          <p:attrName>ppt_x</p:attrName>
                                        </p:attrNameLst>
                                      </p:cBhvr>
                                      <p:tavLst>
                                        <p:tav tm="0">
                                          <p:val>
                                            <p:strVal val="#ppt_x"/>
                                          </p:val>
                                        </p:tav>
                                        <p:tav tm="100000">
                                          <p:val>
                                            <p:strVal val="#ppt_x"/>
                                          </p:val>
                                        </p:tav>
                                      </p:tavLst>
                                    </p:anim>
                                    <p:anim calcmode="lin" valueType="num">
                                      <p:cBhvr additive="repl">
                                        <p:cTn id="124" dur="1000" fill="hold"/>
                                        <p:tgtEl>
                                          <p:spTgt spid="505"/>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42">
                                  <p:stCondLst>
                                    <p:cond delay="0"/>
                                  </p:stCondLst>
                                  <p:endCondLst>
                                    <p:cond delay="0" evt="begin"/>
                                  </p:endCondLst>
                                  <p:childTnLst>
                                    <p:set>
                                      <p:cBhvr>
                                        <p:cTn id="128" dur="1" fill="hold">
                                          <p:stCondLst>
                                            <p:cond delay="0"/>
                                          </p:stCondLst>
                                        </p:cTn>
                                        <p:tgtEl>
                                          <p:spTgt spid="506"/>
                                        </p:tgtEl>
                                        <p:attrNameLst>
                                          <p:attrName>style.visibility</p:attrName>
                                        </p:attrNameLst>
                                      </p:cBhvr>
                                      <p:to>
                                        <p:strVal val="visible"/>
                                      </p:to>
                                    </p:set>
                                    <p:animEffect filter="fade" transition="in">
                                      <p:cBhvr additive="repl">
                                        <p:cTn id="129" dur="1000"/>
                                        <p:tgtEl>
                                          <p:spTgt spid="506"/>
                                        </p:tgtEl>
                                      </p:cBhvr>
                                    </p:animEffect>
                                    <p:anim calcmode="lin" valueType="num">
                                      <p:cBhvr additive="repl">
                                        <p:cTn id="130" dur="1000" fill="hold"/>
                                        <p:tgtEl>
                                          <p:spTgt spid="506"/>
                                        </p:tgtEl>
                                        <p:attrNameLst>
                                          <p:attrName>ppt_x</p:attrName>
                                        </p:attrNameLst>
                                      </p:cBhvr>
                                      <p:tavLst>
                                        <p:tav tm="0">
                                          <p:val>
                                            <p:strVal val="#ppt_x"/>
                                          </p:val>
                                        </p:tav>
                                        <p:tav tm="100000">
                                          <p:val>
                                            <p:strVal val="#ppt_x"/>
                                          </p:val>
                                        </p:tav>
                                      </p:tavLst>
                                    </p:anim>
                                    <p:anim calcmode="lin" valueType="num">
                                      <p:cBhvr additive="repl">
                                        <p:cTn id="131" dur="1000" fill="hold"/>
                                        <p:tgtEl>
                                          <p:spTgt spid="506"/>
                                        </p:tgtEl>
                                        <p:attrNameLst>
                                          <p:attrName>ppt_y</p:attrName>
                                        </p:attrNameLst>
                                      </p:cBhvr>
                                      <p:tavLst>
                                        <p:tav tm="0">
                                          <p:val>
                                            <p:strVal val="#ppt_y+.1"/>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nodeType="clickEffect" fill="hold" presetClass="entr" presetID="42">
                                  <p:stCondLst>
                                    <p:cond delay="0"/>
                                  </p:stCondLst>
                                  <p:childTnLst>
                                    <p:set>
                                      <p:cBhvr>
                                        <p:cTn id="135" dur="1" fill="hold">
                                          <p:stCondLst>
                                            <p:cond delay="0"/>
                                          </p:stCondLst>
                                        </p:cTn>
                                        <p:tgtEl>
                                          <p:spTgt spid="507">
                                            <p:txEl>
                                              <p:pRg st="0" end="0"/>
                                            </p:txEl>
                                          </p:spTgt>
                                        </p:tgtEl>
                                        <p:attrNameLst>
                                          <p:attrName>style.visibility</p:attrName>
                                        </p:attrNameLst>
                                      </p:cBhvr>
                                      <p:to>
                                        <p:strVal val="visible"/>
                                      </p:to>
                                    </p:set>
                                    <p:animEffect filter="fade" transition="in">
                                      <p:cBhvr additive="repl">
                                        <p:cTn id="136" dur="1000"/>
                                        <p:tgtEl>
                                          <p:spTgt spid="507">
                                            <p:txEl>
                                              <p:pRg st="0" end="0"/>
                                            </p:txEl>
                                          </p:spTgt>
                                        </p:tgtEl>
                                      </p:cBhvr>
                                    </p:animEffect>
                                    <p:anim calcmode="lin" valueType="num">
                                      <p:cBhvr additive="repl">
                                        <p:cTn id="137" dur="1000" fill="hold"/>
                                        <p:tgtEl>
                                          <p:spTgt spid="507">
                                            <p:txEl>
                                              <p:pRg st="0" end="0"/>
                                            </p:txEl>
                                          </p:spTgt>
                                        </p:tgtEl>
                                        <p:attrNameLst>
                                          <p:attrName>ppt_x</p:attrName>
                                        </p:attrNameLst>
                                      </p:cBhvr>
                                      <p:tavLst>
                                        <p:tav tm="0">
                                          <p:val>
                                            <p:strVal val="#ppt_x"/>
                                          </p:val>
                                        </p:tav>
                                        <p:tav tm="100000">
                                          <p:val>
                                            <p:strVal val="#ppt_x"/>
                                          </p:val>
                                        </p:tav>
                                      </p:tavLst>
                                    </p:anim>
                                    <p:anim calcmode="lin" valueType="num">
                                      <p:cBhvr additive="repl">
                                        <p:cTn id="138" dur="1000" fill="hold"/>
                                        <p:tgtEl>
                                          <p:spTgt spid="50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9" name="Picture 4" descr=""/>
          <p:cNvPicPr/>
          <p:nvPr/>
        </p:nvPicPr>
        <p:blipFill>
          <a:blip r:embed="rId1"/>
          <a:srcRect l="0" t="96170" r="0" b="0"/>
          <a:stretch/>
        </p:blipFill>
        <p:spPr>
          <a:xfrm>
            <a:off x="676080" y="6472080"/>
            <a:ext cx="2142720" cy="192600"/>
          </a:xfrm>
          <a:prstGeom prst="rect">
            <a:avLst/>
          </a:prstGeom>
          <a:ln w="0">
            <a:noFill/>
          </a:ln>
        </p:spPr>
      </p:pic>
      <p:sp>
        <p:nvSpPr>
          <p:cNvPr id="51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11"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2"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3"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14" name="" descr=""/>
          <p:cNvPicPr/>
          <p:nvPr/>
        </p:nvPicPr>
        <p:blipFill>
          <a:blip r:embed="rId2"/>
          <a:stretch/>
        </p:blipFill>
        <p:spPr>
          <a:xfrm>
            <a:off x="457200" y="1143000"/>
            <a:ext cx="10058400" cy="5304960"/>
          </a:xfrm>
          <a:prstGeom prst="rect">
            <a:avLst/>
          </a:prstGeom>
          <a:ln w="0">
            <a:noFill/>
          </a:ln>
        </p:spPr>
      </p:pic>
    </p:spTree>
  </p:cSld>
  <mc:AlternateContent>
    <mc:Choice Requires="p14">
      <p:transition spd="slow" p14:dur="2000"/>
    </mc:Choice>
    <mc:Fallback>
      <p:transition spd="slow"/>
    </mc:Fallback>
  </mc:AlternateContent>
  <p:timing>
    <p:tnLst>
      <p:par>
        <p:cTn id="139" dur="indefinite" restart="never" nodeType="tmRoot">
          <p:childTnLst>
            <p:seq>
              <p:cTn id="140" dur="indefinite" nodeType="mainSeq">
                <p:childTnLst>
                  <p:par>
                    <p:cTn id="141" fill="hold">
                      <p:stCondLst>
                        <p:cond delay="indefinite"/>
                      </p:stCondLst>
                      <p:childTnLst>
                        <p:par>
                          <p:cTn id="142" fill="hold">
                            <p:stCondLst>
                              <p:cond delay="0"/>
                            </p:stCondLst>
                            <p:childTnLst>
                              <p:par>
                                <p:cTn id="143" nodeType="clickEffect" fill="hold" presetClass="entr" presetID="53" presetSubtype="16">
                                  <p:stCondLst>
                                    <p:cond delay="0"/>
                                  </p:stCondLst>
                                  <p:childTnLst>
                                    <p:set>
                                      <p:cBhvr>
                                        <p:cTn id="144" dur="1" fill="hold">
                                          <p:stCondLst>
                                            <p:cond delay="0"/>
                                          </p:stCondLst>
                                        </p:cTn>
                                        <p:tgtEl>
                                          <p:spTgt spid="510"/>
                                        </p:tgtEl>
                                        <p:attrNameLst>
                                          <p:attrName>style.visibility</p:attrName>
                                        </p:attrNameLst>
                                      </p:cBhvr>
                                      <p:to>
                                        <p:strVal val="visible"/>
                                      </p:to>
                                    </p:set>
                                    <p:anim calcmode="lin" valueType="num">
                                      <p:cBhvr additive="repl">
                                        <p:cTn id="145" dur="500" fill="hold"/>
                                        <p:tgtEl>
                                          <p:spTgt spid="510"/>
                                        </p:tgtEl>
                                        <p:attrNameLst>
                                          <p:attrName>ppt_w</p:attrName>
                                        </p:attrNameLst>
                                      </p:cBhvr>
                                      <p:tavLst>
                                        <p:tav tm="0">
                                          <p:val>
                                            <p:strVal val="0"/>
                                          </p:val>
                                        </p:tav>
                                        <p:tav tm="100000">
                                          <p:val>
                                            <p:strVal val="#ppt_w"/>
                                          </p:val>
                                        </p:tav>
                                      </p:tavLst>
                                    </p:anim>
                                    <p:anim calcmode="lin" valueType="num">
                                      <p:cBhvr additive="repl">
                                        <p:cTn id="146" dur="500" fill="hold"/>
                                        <p:tgtEl>
                                          <p:spTgt spid="510"/>
                                        </p:tgtEl>
                                        <p:attrNameLst>
                                          <p:attrName>ppt_h</p:attrName>
                                        </p:attrNameLst>
                                      </p:cBhvr>
                                      <p:tavLst>
                                        <p:tav tm="0">
                                          <p:val>
                                            <p:strVal val="0"/>
                                          </p:val>
                                        </p:tav>
                                        <p:tav tm="100000">
                                          <p:val>
                                            <p:strVal val="#ppt_h"/>
                                          </p:val>
                                        </p:tav>
                                      </p:tavLst>
                                    </p:anim>
                                    <p:animEffect filter="fade" transition="in">
                                      <p:cBhvr additive="repl">
                                        <p:cTn id="147" dur="500"/>
                                        <p:tgtEl>
                                          <p:spTgt spid="510"/>
                                        </p:tgtEl>
                                      </p:cBhvr>
                                    </p:animEffect>
                                  </p:childTnLst>
                                </p:cTn>
                              </p:par>
                            </p:childTnLst>
                          </p:cTn>
                        </p:par>
                      </p:childTnLst>
                    </p:cTn>
                  </p:par>
                  <p:par>
                    <p:cTn id="148" fill="hold">
                      <p:stCondLst>
                        <p:cond delay="indefinite"/>
                      </p:stCondLst>
                      <p:childTnLst>
                        <p:par>
                          <p:cTn id="149" fill="hold">
                            <p:stCondLst>
                              <p:cond delay="0"/>
                            </p:stCondLst>
                            <p:childTnLst>
                              <p:par>
                                <p:cTn id="150" nodeType="clickEffect" fill="hold" presetClass="entr" presetID="42">
                                  <p:stCondLst>
                                    <p:cond delay="0"/>
                                  </p:stCondLst>
                                  <p:endCondLst>
                                    <p:cond delay="0" evt="begin"/>
                                  </p:endCondLst>
                                  <p:childTnLst>
                                    <p:set>
                                      <p:cBhvr>
                                        <p:cTn id="151" dur="1" fill="hold">
                                          <p:stCondLst>
                                            <p:cond delay="0"/>
                                          </p:stCondLst>
                                        </p:cTn>
                                        <p:tgtEl>
                                          <p:spTgt spid="511"/>
                                        </p:tgtEl>
                                        <p:attrNameLst>
                                          <p:attrName>style.visibility</p:attrName>
                                        </p:attrNameLst>
                                      </p:cBhvr>
                                      <p:to>
                                        <p:strVal val="visible"/>
                                      </p:to>
                                    </p:set>
                                    <p:animEffect filter="fade" transition="in">
                                      <p:cBhvr additive="repl">
                                        <p:cTn id="152" dur="1000"/>
                                        <p:tgtEl>
                                          <p:spTgt spid="511"/>
                                        </p:tgtEl>
                                      </p:cBhvr>
                                    </p:animEffect>
                                    <p:anim calcmode="lin" valueType="num">
                                      <p:cBhvr additive="repl">
                                        <p:cTn id="153" dur="1000" fill="hold"/>
                                        <p:tgtEl>
                                          <p:spTgt spid="511"/>
                                        </p:tgtEl>
                                        <p:attrNameLst>
                                          <p:attrName>ppt_x</p:attrName>
                                        </p:attrNameLst>
                                      </p:cBhvr>
                                      <p:tavLst>
                                        <p:tav tm="0">
                                          <p:val>
                                            <p:strVal val="#ppt_x"/>
                                          </p:val>
                                        </p:tav>
                                        <p:tav tm="100000">
                                          <p:val>
                                            <p:strVal val="#ppt_x"/>
                                          </p:val>
                                        </p:tav>
                                      </p:tavLst>
                                    </p:anim>
                                    <p:anim calcmode="lin" valueType="num">
                                      <p:cBhvr additive="repl">
                                        <p:cTn id="154" dur="1000" fill="hold"/>
                                        <p:tgtEl>
                                          <p:spTgt spid="511"/>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42">
                                  <p:stCondLst>
                                    <p:cond delay="0"/>
                                  </p:stCondLst>
                                  <p:endCondLst>
                                    <p:cond delay="0" evt="begin"/>
                                  </p:endCondLst>
                                  <p:childTnLst>
                                    <p:set>
                                      <p:cBhvr>
                                        <p:cTn id="158" dur="1" fill="hold">
                                          <p:stCondLst>
                                            <p:cond delay="0"/>
                                          </p:stCondLst>
                                        </p:cTn>
                                        <p:tgtEl>
                                          <p:spTgt spid="512"/>
                                        </p:tgtEl>
                                        <p:attrNameLst>
                                          <p:attrName>style.visibility</p:attrName>
                                        </p:attrNameLst>
                                      </p:cBhvr>
                                      <p:to>
                                        <p:strVal val="visible"/>
                                      </p:to>
                                    </p:set>
                                    <p:animEffect filter="fade" transition="in">
                                      <p:cBhvr additive="repl">
                                        <p:cTn id="159" dur="1000"/>
                                        <p:tgtEl>
                                          <p:spTgt spid="512"/>
                                        </p:tgtEl>
                                      </p:cBhvr>
                                    </p:animEffect>
                                    <p:anim calcmode="lin" valueType="num">
                                      <p:cBhvr additive="repl">
                                        <p:cTn id="160" dur="1000" fill="hold"/>
                                        <p:tgtEl>
                                          <p:spTgt spid="512"/>
                                        </p:tgtEl>
                                        <p:attrNameLst>
                                          <p:attrName>ppt_x</p:attrName>
                                        </p:attrNameLst>
                                      </p:cBhvr>
                                      <p:tavLst>
                                        <p:tav tm="0">
                                          <p:val>
                                            <p:strVal val="#ppt_x"/>
                                          </p:val>
                                        </p:tav>
                                        <p:tav tm="100000">
                                          <p:val>
                                            <p:strVal val="#ppt_x"/>
                                          </p:val>
                                        </p:tav>
                                      </p:tavLst>
                                    </p:anim>
                                    <p:anim calcmode="lin" valueType="num">
                                      <p:cBhvr additive="repl">
                                        <p:cTn id="161" dur="1000" fill="hold"/>
                                        <p:tgtEl>
                                          <p:spTgt spid="512"/>
                                        </p:tgtEl>
                                        <p:attrNameLst>
                                          <p:attrName>ppt_y</p:attrName>
                                        </p:attrNameLst>
                                      </p:cBhvr>
                                      <p:tavLst>
                                        <p:tav tm="0">
                                          <p:val>
                                            <p:strVal val="#ppt_y+.1"/>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nodeType="clickEffect" fill="hold" presetClass="entr" presetID="42">
                                  <p:stCondLst>
                                    <p:cond delay="0"/>
                                  </p:stCondLst>
                                  <p:childTnLst>
                                    <p:set>
                                      <p:cBhvr>
                                        <p:cTn id="165" dur="1" fill="hold">
                                          <p:stCondLst>
                                            <p:cond delay="0"/>
                                          </p:stCondLst>
                                        </p:cTn>
                                        <p:tgtEl>
                                          <p:spTgt spid="513">
                                            <p:txEl>
                                              <p:pRg st="0" end="0"/>
                                            </p:txEl>
                                          </p:spTgt>
                                        </p:tgtEl>
                                        <p:attrNameLst>
                                          <p:attrName>style.visibility</p:attrName>
                                        </p:attrNameLst>
                                      </p:cBhvr>
                                      <p:to>
                                        <p:strVal val="visible"/>
                                      </p:to>
                                    </p:set>
                                    <p:animEffect filter="fade" transition="in">
                                      <p:cBhvr additive="repl">
                                        <p:cTn id="166" dur="1000"/>
                                        <p:tgtEl>
                                          <p:spTgt spid="513">
                                            <p:txEl>
                                              <p:pRg st="0" end="0"/>
                                            </p:txEl>
                                          </p:spTgt>
                                        </p:tgtEl>
                                      </p:cBhvr>
                                    </p:animEffect>
                                    <p:anim calcmode="lin" valueType="num">
                                      <p:cBhvr additive="repl">
                                        <p:cTn id="167" dur="1000" fill="hold"/>
                                        <p:tgtEl>
                                          <p:spTgt spid="513">
                                            <p:txEl>
                                              <p:pRg st="0" end="0"/>
                                            </p:txEl>
                                          </p:spTgt>
                                        </p:tgtEl>
                                        <p:attrNameLst>
                                          <p:attrName>ppt_x</p:attrName>
                                        </p:attrNameLst>
                                      </p:cBhvr>
                                      <p:tavLst>
                                        <p:tav tm="0">
                                          <p:val>
                                            <p:strVal val="#ppt_x"/>
                                          </p:val>
                                        </p:tav>
                                        <p:tav tm="100000">
                                          <p:val>
                                            <p:strVal val="#ppt_x"/>
                                          </p:val>
                                        </p:tav>
                                      </p:tavLst>
                                    </p:anim>
                                    <p:anim calcmode="lin" valueType="num">
                                      <p:cBhvr additive="repl">
                                        <p:cTn id="168" dur="1000" fill="hold"/>
                                        <p:tgtEl>
                                          <p:spTgt spid="51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5" name="Picture 4" descr=""/>
          <p:cNvPicPr/>
          <p:nvPr/>
        </p:nvPicPr>
        <p:blipFill>
          <a:blip r:embed="rId1"/>
          <a:srcRect l="0" t="96170" r="0" b="0"/>
          <a:stretch/>
        </p:blipFill>
        <p:spPr>
          <a:xfrm>
            <a:off x="676080" y="6472080"/>
            <a:ext cx="2142720" cy="192600"/>
          </a:xfrm>
          <a:prstGeom prst="rect">
            <a:avLst/>
          </a:prstGeom>
          <a:ln w="0">
            <a:noFill/>
          </a:ln>
        </p:spPr>
      </p:pic>
      <p:sp>
        <p:nvSpPr>
          <p:cNvPr id="516"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17"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8"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9"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20" name="" descr=""/>
          <p:cNvPicPr/>
          <p:nvPr/>
        </p:nvPicPr>
        <p:blipFill>
          <a:blip r:embed="rId2"/>
          <a:stretch/>
        </p:blipFill>
        <p:spPr>
          <a:xfrm>
            <a:off x="685800" y="1256040"/>
            <a:ext cx="9601200" cy="5373360"/>
          </a:xfrm>
          <a:prstGeom prst="rect">
            <a:avLst/>
          </a:prstGeom>
          <a:ln w="0">
            <a:noFill/>
          </a:ln>
        </p:spPr>
      </p:pic>
    </p:spTree>
  </p:cSld>
  <mc:AlternateContent>
    <mc:Choice Requires="p14">
      <p:transition spd="slow" p14:dur="2000"/>
    </mc:Choice>
    <mc:Fallback>
      <p:transition spd="slow"/>
    </mc:Fallback>
  </mc:AlternateContent>
  <p:timing>
    <p:tnLst>
      <p:par>
        <p:cTn id="169" dur="indefinite" restart="never" nodeType="tmRoot">
          <p:childTnLst>
            <p:seq>
              <p:cTn id="170" dur="indefinite" nodeType="mainSeq">
                <p:childTnLst>
                  <p:par>
                    <p:cTn id="171" fill="hold">
                      <p:stCondLst>
                        <p:cond delay="indefinite"/>
                      </p:stCondLst>
                      <p:childTnLst>
                        <p:par>
                          <p:cTn id="172" fill="hold">
                            <p:stCondLst>
                              <p:cond delay="0"/>
                            </p:stCondLst>
                            <p:childTnLst>
                              <p:par>
                                <p:cTn id="173" nodeType="clickEffect" fill="hold" presetClass="entr" presetID="53" presetSubtype="16">
                                  <p:stCondLst>
                                    <p:cond delay="0"/>
                                  </p:stCondLst>
                                  <p:childTnLst>
                                    <p:set>
                                      <p:cBhvr>
                                        <p:cTn id="174" dur="1" fill="hold">
                                          <p:stCondLst>
                                            <p:cond delay="0"/>
                                          </p:stCondLst>
                                        </p:cTn>
                                        <p:tgtEl>
                                          <p:spTgt spid="516"/>
                                        </p:tgtEl>
                                        <p:attrNameLst>
                                          <p:attrName>style.visibility</p:attrName>
                                        </p:attrNameLst>
                                      </p:cBhvr>
                                      <p:to>
                                        <p:strVal val="visible"/>
                                      </p:to>
                                    </p:set>
                                    <p:anim calcmode="lin" valueType="num">
                                      <p:cBhvr additive="repl">
                                        <p:cTn id="175" dur="500" fill="hold"/>
                                        <p:tgtEl>
                                          <p:spTgt spid="516"/>
                                        </p:tgtEl>
                                        <p:attrNameLst>
                                          <p:attrName>ppt_w</p:attrName>
                                        </p:attrNameLst>
                                      </p:cBhvr>
                                      <p:tavLst>
                                        <p:tav tm="0">
                                          <p:val>
                                            <p:strVal val="0"/>
                                          </p:val>
                                        </p:tav>
                                        <p:tav tm="100000">
                                          <p:val>
                                            <p:strVal val="#ppt_w"/>
                                          </p:val>
                                        </p:tav>
                                      </p:tavLst>
                                    </p:anim>
                                    <p:anim calcmode="lin" valueType="num">
                                      <p:cBhvr additive="repl">
                                        <p:cTn id="176" dur="500" fill="hold"/>
                                        <p:tgtEl>
                                          <p:spTgt spid="516"/>
                                        </p:tgtEl>
                                        <p:attrNameLst>
                                          <p:attrName>ppt_h</p:attrName>
                                        </p:attrNameLst>
                                      </p:cBhvr>
                                      <p:tavLst>
                                        <p:tav tm="0">
                                          <p:val>
                                            <p:strVal val="0"/>
                                          </p:val>
                                        </p:tav>
                                        <p:tav tm="100000">
                                          <p:val>
                                            <p:strVal val="#ppt_h"/>
                                          </p:val>
                                        </p:tav>
                                      </p:tavLst>
                                    </p:anim>
                                    <p:animEffect filter="fade" transition="in">
                                      <p:cBhvr additive="repl">
                                        <p:cTn id="177" dur="500"/>
                                        <p:tgtEl>
                                          <p:spTgt spid="516"/>
                                        </p:tgtEl>
                                      </p:cBhvr>
                                    </p:animEffect>
                                  </p:childTnLst>
                                </p:cTn>
                              </p:par>
                            </p:childTnLst>
                          </p:cTn>
                        </p:par>
                      </p:childTnLst>
                    </p:cTn>
                  </p:par>
                  <p:par>
                    <p:cTn id="178" fill="hold">
                      <p:stCondLst>
                        <p:cond delay="indefinite"/>
                      </p:stCondLst>
                      <p:childTnLst>
                        <p:par>
                          <p:cTn id="179" fill="hold">
                            <p:stCondLst>
                              <p:cond delay="0"/>
                            </p:stCondLst>
                            <p:childTnLst>
                              <p:par>
                                <p:cTn id="180" nodeType="clickEffect" fill="hold" presetClass="entr" presetID="42">
                                  <p:stCondLst>
                                    <p:cond delay="0"/>
                                  </p:stCondLst>
                                  <p:endCondLst>
                                    <p:cond delay="0" evt="begin"/>
                                  </p:endCondLst>
                                  <p:childTnLst>
                                    <p:set>
                                      <p:cBhvr>
                                        <p:cTn id="181" dur="1" fill="hold">
                                          <p:stCondLst>
                                            <p:cond delay="0"/>
                                          </p:stCondLst>
                                        </p:cTn>
                                        <p:tgtEl>
                                          <p:spTgt spid="517"/>
                                        </p:tgtEl>
                                        <p:attrNameLst>
                                          <p:attrName>style.visibility</p:attrName>
                                        </p:attrNameLst>
                                      </p:cBhvr>
                                      <p:to>
                                        <p:strVal val="visible"/>
                                      </p:to>
                                    </p:set>
                                    <p:animEffect filter="fade" transition="in">
                                      <p:cBhvr additive="repl">
                                        <p:cTn id="182" dur="1000"/>
                                        <p:tgtEl>
                                          <p:spTgt spid="517"/>
                                        </p:tgtEl>
                                      </p:cBhvr>
                                    </p:animEffect>
                                    <p:anim calcmode="lin" valueType="num">
                                      <p:cBhvr additive="repl">
                                        <p:cTn id="183" dur="1000" fill="hold"/>
                                        <p:tgtEl>
                                          <p:spTgt spid="517"/>
                                        </p:tgtEl>
                                        <p:attrNameLst>
                                          <p:attrName>ppt_x</p:attrName>
                                        </p:attrNameLst>
                                      </p:cBhvr>
                                      <p:tavLst>
                                        <p:tav tm="0">
                                          <p:val>
                                            <p:strVal val="#ppt_x"/>
                                          </p:val>
                                        </p:tav>
                                        <p:tav tm="100000">
                                          <p:val>
                                            <p:strVal val="#ppt_x"/>
                                          </p:val>
                                        </p:tav>
                                      </p:tavLst>
                                    </p:anim>
                                    <p:anim calcmode="lin" valueType="num">
                                      <p:cBhvr additive="repl">
                                        <p:cTn id="184" dur="1000" fill="hold"/>
                                        <p:tgtEl>
                                          <p:spTgt spid="517"/>
                                        </p:tgtEl>
                                        <p:attrNameLst>
                                          <p:attrName>ppt_y</p:attrName>
                                        </p:attrNameLst>
                                      </p:cBhvr>
                                      <p:tavLst>
                                        <p:tav tm="0">
                                          <p:val>
                                            <p:strVal val="#ppt_y+.1"/>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42">
                                  <p:stCondLst>
                                    <p:cond delay="0"/>
                                  </p:stCondLst>
                                  <p:endCondLst>
                                    <p:cond delay="0" evt="begin"/>
                                  </p:endCondLst>
                                  <p:childTnLst>
                                    <p:set>
                                      <p:cBhvr>
                                        <p:cTn id="188" dur="1" fill="hold">
                                          <p:stCondLst>
                                            <p:cond delay="0"/>
                                          </p:stCondLst>
                                        </p:cTn>
                                        <p:tgtEl>
                                          <p:spTgt spid="518"/>
                                        </p:tgtEl>
                                        <p:attrNameLst>
                                          <p:attrName>style.visibility</p:attrName>
                                        </p:attrNameLst>
                                      </p:cBhvr>
                                      <p:to>
                                        <p:strVal val="visible"/>
                                      </p:to>
                                    </p:set>
                                    <p:animEffect filter="fade" transition="in">
                                      <p:cBhvr additive="repl">
                                        <p:cTn id="189" dur="1000"/>
                                        <p:tgtEl>
                                          <p:spTgt spid="518"/>
                                        </p:tgtEl>
                                      </p:cBhvr>
                                    </p:animEffect>
                                    <p:anim calcmode="lin" valueType="num">
                                      <p:cBhvr additive="repl">
                                        <p:cTn id="190" dur="1000" fill="hold"/>
                                        <p:tgtEl>
                                          <p:spTgt spid="518"/>
                                        </p:tgtEl>
                                        <p:attrNameLst>
                                          <p:attrName>ppt_x</p:attrName>
                                        </p:attrNameLst>
                                      </p:cBhvr>
                                      <p:tavLst>
                                        <p:tav tm="0">
                                          <p:val>
                                            <p:strVal val="#ppt_x"/>
                                          </p:val>
                                        </p:tav>
                                        <p:tav tm="100000">
                                          <p:val>
                                            <p:strVal val="#ppt_x"/>
                                          </p:val>
                                        </p:tav>
                                      </p:tavLst>
                                    </p:anim>
                                    <p:anim calcmode="lin" valueType="num">
                                      <p:cBhvr additive="repl">
                                        <p:cTn id="191" dur="1000" fill="hold"/>
                                        <p:tgtEl>
                                          <p:spTgt spid="518"/>
                                        </p:tgtEl>
                                        <p:attrNameLst>
                                          <p:attrName>ppt_y</p:attrName>
                                        </p:attrNameLst>
                                      </p:cBhvr>
                                      <p:tavLst>
                                        <p:tav tm="0">
                                          <p:val>
                                            <p:strVal val="#ppt_y+.1"/>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nodeType="clickEffect" fill="hold" presetClass="entr" presetID="42">
                                  <p:stCondLst>
                                    <p:cond delay="0"/>
                                  </p:stCondLst>
                                  <p:childTnLst>
                                    <p:set>
                                      <p:cBhvr>
                                        <p:cTn id="195" dur="1" fill="hold">
                                          <p:stCondLst>
                                            <p:cond delay="0"/>
                                          </p:stCondLst>
                                        </p:cTn>
                                        <p:tgtEl>
                                          <p:spTgt spid="519">
                                            <p:txEl>
                                              <p:pRg st="0" end="0"/>
                                            </p:txEl>
                                          </p:spTgt>
                                        </p:tgtEl>
                                        <p:attrNameLst>
                                          <p:attrName>style.visibility</p:attrName>
                                        </p:attrNameLst>
                                      </p:cBhvr>
                                      <p:to>
                                        <p:strVal val="visible"/>
                                      </p:to>
                                    </p:set>
                                    <p:animEffect filter="fade" transition="in">
                                      <p:cBhvr additive="repl">
                                        <p:cTn id="196" dur="1000"/>
                                        <p:tgtEl>
                                          <p:spTgt spid="519">
                                            <p:txEl>
                                              <p:pRg st="0" end="0"/>
                                            </p:txEl>
                                          </p:spTgt>
                                        </p:tgtEl>
                                      </p:cBhvr>
                                    </p:animEffect>
                                    <p:anim calcmode="lin" valueType="num">
                                      <p:cBhvr additive="repl">
                                        <p:cTn id="197" dur="1000" fill="hold"/>
                                        <p:tgtEl>
                                          <p:spTgt spid="519">
                                            <p:txEl>
                                              <p:pRg st="0" end="0"/>
                                            </p:txEl>
                                          </p:spTgt>
                                        </p:tgtEl>
                                        <p:attrNameLst>
                                          <p:attrName>ppt_x</p:attrName>
                                        </p:attrNameLst>
                                      </p:cBhvr>
                                      <p:tavLst>
                                        <p:tav tm="0">
                                          <p:val>
                                            <p:strVal val="#ppt_x"/>
                                          </p:val>
                                        </p:tav>
                                        <p:tav tm="100000">
                                          <p:val>
                                            <p:strVal val="#ppt_x"/>
                                          </p:val>
                                        </p:tav>
                                      </p:tavLst>
                                    </p:anim>
                                    <p:anim calcmode="lin" valueType="num">
                                      <p:cBhvr additive="repl">
                                        <p:cTn id="198" dur="1000" fill="hold"/>
                                        <p:tgtEl>
                                          <p:spTgt spid="51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1" name="Picture 4" descr=""/>
          <p:cNvPicPr/>
          <p:nvPr/>
        </p:nvPicPr>
        <p:blipFill>
          <a:blip r:embed="rId1"/>
          <a:srcRect l="0" t="96170" r="0" b="0"/>
          <a:stretch/>
        </p:blipFill>
        <p:spPr>
          <a:xfrm>
            <a:off x="676080" y="6472080"/>
            <a:ext cx="2142720" cy="192600"/>
          </a:xfrm>
          <a:prstGeom prst="rect">
            <a:avLst/>
          </a:prstGeom>
          <a:ln w="0">
            <a:noFill/>
          </a:ln>
        </p:spPr>
      </p:pic>
      <p:sp>
        <p:nvSpPr>
          <p:cNvPr id="522"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23"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24"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25"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26" name="" descr=""/>
          <p:cNvPicPr/>
          <p:nvPr/>
        </p:nvPicPr>
        <p:blipFill>
          <a:blip r:embed="rId2"/>
          <a:stretch/>
        </p:blipFill>
        <p:spPr>
          <a:xfrm>
            <a:off x="457200" y="1127520"/>
            <a:ext cx="9601200" cy="5501880"/>
          </a:xfrm>
          <a:prstGeom prst="rect">
            <a:avLst/>
          </a:prstGeom>
          <a:ln w="0">
            <a:noFill/>
          </a:ln>
        </p:spPr>
      </p:pic>
    </p:spTree>
  </p:cSld>
  <mc:AlternateContent>
    <mc:Choice Requires="p14">
      <p:transition spd="slow" p14:dur="2000"/>
    </mc:Choice>
    <mc:Fallback>
      <p:transition spd="slow"/>
    </mc:Fallback>
  </mc:AlternateContent>
  <p:timing>
    <p:tnLst>
      <p:par>
        <p:cTn id="199" dur="indefinite" restart="never" nodeType="tmRoot">
          <p:childTnLst>
            <p:seq>
              <p:cTn id="200" dur="indefinite" nodeType="mainSeq">
                <p:childTnLst>
                  <p:par>
                    <p:cTn id="201" fill="hold">
                      <p:stCondLst>
                        <p:cond delay="indefinite"/>
                      </p:stCondLst>
                      <p:childTnLst>
                        <p:par>
                          <p:cTn id="202" fill="hold">
                            <p:stCondLst>
                              <p:cond delay="0"/>
                            </p:stCondLst>
                            <p:childTnLst>
                              <p:par>
                                <p:cTn id="203" nodeType="clickEffect" fill="hold" presetClass="entr" presetID="53" presetSubtype="16">
                                  <p:stCondLst>
                                    <p:cond delay="0"/>
                                  </p:stCondLst>
                                  <p:childTnLst>
                                    <p:set>
                                      <p:cBhvr>
                                        <p:cTn id="204" dur="1" fill="hold">
                                          <p:stCondLst>
                                            <p:cond delay="0"/>
                                          </p:stCondLst>
                                        </p:cTn>
                                        <p:tgtEl>
                                          <p:spTgt spid="522"/>
                                        </p:tgtEl>
                                        <p:attrNameLst>
                                          <p:attrName>style.visibility</p:attrName>
                                        </p:attrNameLst>
                                      </p:cBhvr>
                                      <p:to>
                                        <p:strVal val="visible"/>
                                      </p:to>
                                    </p:set>
                                    <p:anim calcmode="lin" valueType="num">
                                      <p:cBhvr additive="repl">
                                        <p:cTn id="205" dur="500" fill="hold"/>
                                        <p:tgtEl>
                                          <p:spTgt spid="522"/>
                                        </p:tgtEl>
                                        <p:attrNameLst>
                                          <p:attrName>ppt_w</p:attrName>
                                        </p:attrNameLst>
                                      </p:cBhvr>
                                      <p:tavLst>
                                        <p:tav tm="0">
                                          <p:val>
                                            <p:strVal val="0"/>
                                          </p:val>
                                        </p:tav>
                                        <p:tav tm="100000">
                                          <p:val>
                                            <p:strVal val="#ppt_w"/>
                                          </p:val>
                                        </p:tav>
                                      </p:tavLst>
                                    </p:anim>
                                    <p:anim calcmode="lin" valueType="num">
                                      <p:cBhvr additive="repl">
                                        <p:cTn id="206" dur="500" fill="hold"/>
                                        <p:tgtEl>
                                          <p:spTgt spid="522"/>
                                        </p:tgtEl>
                                        <p:attrNameLst>
                                          <p:attrName>ppt_h</p:attrName>
                                        </p:attrNameLst>
                                      </p:cBhvr>
                                      <p:tavLst>
                                        <p:tav tm="0">
                                          <p:val>
                                            <p:strVal val="0"/>
                                          </p:val>
                                        </p:tav>
                                        <p:tav tm="100000">
                                          <p:val>
                                            <p:strVal val="#ppt_h"/>
                                          </p:val>
                                        </p:tav>
                                      </p:tavLst>
                                    </p:anim>
                                    <p:animEffect filter="fade" transition="in">
                                      <p:cBhvr additive="repl">
                                        <p:cTn id="207" dur="500"/>
                                        <p:tgtEl>
                                          <p:spTgt spid="522"/>
                                        </p:tgtEl>
                                      </p:cBhvr>
                                    </p:animEffect>
                                  </p:childTnLst>
                                </p:cTn>
                              </p:par>
                            </p:childTnLst>
                          </p:cTn>
                        </p:par>
                      </p:childTnLst>
                    </p:cTn>
                  </p:par>
                  <p:par>
                    <p:cTn id="208" fill="hold">
                      <p:stCondLst>
                        <p:cond delay="indefinite"/>
                      </p:stCondLst>
                      <p:childTnLst>
                        <p:par>
                          <p:cTn id="209" fill="hold">
                            <p:stCondLst>
                              <p:cond delay="0"/>
                            </p:stCondLst>
                            <p:childTnLst>
                              <p:par>
                                <p:cTn id="210" nodeType="clickEffect" fill="hold" presetClass="entr" presetID="42">
                                  <p:stCondLst>
                                    <p:cond delay="0"/>
                                  </p:stCondLst>
                                  <p:endCondLst>
                                    <p:cond delay="0" evt="begin"/>
                                  </p:endCondLst>
                                  <p:childTnLst>
                                    <p:set>
                                      <p:cBhvr>
                                        <p:cTn id="211" dur="1" fill="hold">
                                          <p:stCondLst>
                                            <p:cond delay="0"/>
                                          </p:stCondLst>
                                        </p:cTn>
                                        <p:tgtEl>
                                          <p:spTgt spid="523"/>
                                        </p:tgtEl>
                                        <p:attrNameLst>
                                          <p:attrName>style.visibility</p:attrName>
                                        </p:attrNameLst>
                                      </p:cBhvr>
                                      <p:to>
                                        <p:strVal val="visible"/>
                                      </p:to>
                                    </p:set>
                                    <p:animEffect filter="fade" transition="in">
                                      <p:cBhvr additive="repl">
                                        <p:cTn id="212" dur="1000"/>
                                        <p:tgtEl>
                                          <p:spTgt spid="523"/>
                                        </p:tgtEl>
                                      </p:cBhvr>
                                    </p:animEffect>
                                    <p:anim calcmode="lin" valueType="num">
                                      <p:cBhvr additive="repl">
                                        <p:cTn id="213" dur="1000" fill="hold"/>
                                        <p:tgtEl>
                                          <p:spTgt spid="523"/>
                                        </p:tgtEl>
                                        <p:attrNameLst>
                                          <p:attrName>ppt_x</p:attrName>
                                        </p:attrNameLst>
                                      </p:cBhvr>
                                      <p:tavLst>
                                        <p:tav tm="0">
                                          <p:val>
                                            <p:strVal val="#ppt_x"/>
                                          </p:val>
                                        </p:tav>
                                        <p:tav tm="100000">
                                          <p:val>
                                            <p:strVal val="#ppt_x"/>
                                          </p:val>
                                        </p:tav>
                                      </p:tavLst>
                                    </p:anim>
                                    <p:anim calcmode="lin" valueType="num">
                                      <p:cBhvr additive="repl">
                                        <p:cTn id="214" dur="1000" fill="hold"/>
                                        <p:tgtEl>
                                          <p:spTgt spid="523"/>
                                        </p:tgtEl>
                                        <p:attrNameLst>
                                          <p:attrName>ppt_y</p:attrName>
                                        </p:attrNameLst>
                                      </p:cBhvr>
                                      <p:tavLst>
                                        <p:tav tm="0">
                                          <p:val>
                                            <p:strVal val="#ppt_y+.1"/>
                                          </p:val>
                                        </p:tav>
                                        <p:tav tm="100000">
                                          <p:val>
                                            <p:strVal val="#ppt_y"/>
                                          </p:val>
                                        </p:tav>
                                      </p:tavLst>
                                    </p:anim>
                                  </p:childTnLst>
                                </p:cTn>
                              </p:par>
                            </p:childTnLst>
                          </p:cTn>
                        </p:par>
                      </p:childTnLst>
                    </p:cTn>
                  </p:par>
                  <p:par>
                    <p:cTn id="215" fill="hold">
                      <p:stCondLst>
                        <p:cond delay="indefinite"/>
                      </p:stCondLst>
                      <p:childTnLst>
                        <p:par>
                          <p:cTn id="216" fill="hold">
                            <p:stCondLst>
                              <p:cond delay="0"/>
                            </p:stCondLst>
                            <p:childTnLst>
                              <p:par>
                                <p:cTn id="217" nodeType="clickEffect" fill="hold" presetClass="entr" presetID="42">
                                  <p:stCondLst>
                                    <p:cond delay="0"/>
                                  </p:stCondLst>
                                  <p:endCondLst>
                                    <p:cond delay="0" evt="begin"/>
                                  </p:endCondLst>
                                  <p:childTnLst>
                                    <p:set>
                                      <p:cBhvr>
                                        <p:cTn id="218" dur="1" fill="hold">
                                          <p:stCondLst>
                                            <p:cond delay="0"/>
                                          </p:stCondLst>
                                        </p:cTn>
                                        <p:tgtEl>
                                          <p:spTgt spid="524"/>
                                        </p:tgtEl>
                                        <p:attrNameLst>
                                          <p:attrName>style.visibility</p:attrName>
                                        </p:attrNameLst>
                                      </p:cBhvr>
                                      <p:to>
                                        <p:strVal val="visible"/>
                                      </p:to>
                                    </p:set>
                                    <p:animEffect filter="fade" transition="in">
                                      <p:cBhvr additive="repl">
                                        <p:cTn id="219" dur="1000"/>
                                        <p:tgtEl>
                                          <p:spTgt spid="524"/>
                                        </p:tgtEl>
                                      </p:cBhvr>
                                    </p:animEffect>
                                    <p:anim calcmode="lin" valueType="num">
                                      <p:cBhvr additive="repl">
                                        <p:cTn id="220" dur="1000" fill="hold"/>
                                        <p:tgtEl>
                                          <p:spTgt spid="524"/>
                                        </p:tgtEl>
                                        <p:attrNameLst>
                                          <p:attrName>ppt_x</p:attrName>
                                        </p:attrNameLst>
                                      </p:cBhvr>
                                      <p:tavLst>
                                        <p:tav tm="0">
                                          <p:val>
                                            <p:strVal val="#ppt_x"/>
                                          </p:val>
                                        </p:tav>
                                        <p:tav tm="100000">
                                          <p:val>
                                            <p:strVal val="#ppt_x"/>
                                          </p:val>
                                        </p:tav>
                                      </p:tavLst>
                                    </p:anim>
                                    <p:anim calcmode="lin" valueType="num">
                                      <p:cBhvr additive="repl">
                                        <p:cTn id="221" dur="1000" fill="hold"/>
                                        <p:tgtEl>
                                          <p:spTgt spid="524"/>
                                        </p:tgtEl>
                                        <p:attrNameLst>
                                          <p:attrName>ppt_y</p:attrName>
                                        </p:attrNameLst>
                                      </p:cBhvr>
                                      <p:tavLst>
                                        <p:tav tm="0">
                                          <p:val>
                                            <p:strVal val="#ppt_y+.1"/>
                                          </p:val>
                                        </p:tav>
                                        <p:tav tm="100000">
                                          <p:val>
                                            <p:strVal val="#ppt_y"/>
                                          </p:val>
                                        </p:tav>
                                      </p:tavLst>
                                    </p:anim>
                                  </p:childTnLst>
                                </p:cTn>
                              </p:par>
                            </p:childTnLst>
                          </p:cTn>
                        </p:par>
                      </p:childTnLst>
                    </p:cTn>
                  </p:par>
                  <p:par>
                    <p:cTn id="222" fill="hold">
                      <p:stCondLst>
                        <p:cond delay="indefinite"/>
                      </p:stCondLst>
                      <p:childTnLst>
                        <p:par>
                          <p:cTn id="223" fill="hold">
                            <p:stCondLst>
                              <p:cond delay="0"/>
                            </p:stCondLst>
                            <p:childTnLst>
                              <p:par>
                                <p:cTn id="224" nodeType="clickEffect" fill="hold" presetClass="entr" presetID="42">
                                  <p:stCondLst>
                                    <p:cond delay="0"/>
                                  </p:stCondLst>
                                  <p:childTnLst>
                                    <p:set>
                                      <p:cBhvr>
                                        <p:cTn id="225" dur="1" fill="hold">
                                          <p:stCondLst>
                                            <p:cond delay="0"/>
                                          </p:stCondLst>
                                        </p:cTn>
                                        <p:tgtEl>
                                          <p:spTgt spid="525">
                                            <p:txEl>
                                              <p:pRg st="0" end="0"/>
                                            </p:txEl>
                                          </p:spTgt>
                                        </p:tgtEl>
                                        <p:attrNameLst>
                                          <p:attrName>style.visibility</p:attrName>
                                        </p:attrNameLst>
                                      </p:cBhvr>
                                      <p:to>
                                        <p:strVal val="visible"/>
                                      </p:to>
                                    </p:set>
                                    <p:animEffect filter="fade" transition="in">
                                      <p:cBhvr additive="repl">
                                        <p:cTn id="226" dur="1000"/>
                                        <p:tgtEl>
                                          <p:spTgt spid="525">
                                            <p:txEl>
                                              <p:pRg st="0" end="0"/>
                                            </p:txEl>
                                          </p:spTgt>
                                        </p:tgtEl>
                                      </p:cBhvr>
                                    </p:animEffect>
                                    <p:anim calcmode="lin" valueType="num">
                                      <p:cBhvr additive="repl">
                                        <p:cTn id="227" dur="1000" fill="hold"/>
                                        <p:tgtEl>
                                          <p:spTgt spid="525">
                                            <p:txEl>
                                              <p:pRg st="0" end="0"/>
                                            </p:txEl>
                                          </p:spTgt>
                                        </p:tgtEl>
                                        <p:attrNameLst>
                                          <p:attrName>ppt_x</p:attrName>
                                        </p:attrNameLst>
                                      </p:cBhvr>
                                      <p:tavLst>
                                        <p:tav tm="0">
                                          <p:val>
                                            <p:strVal val="#ppt_x"/>
                                          </p:val>
                                        </p:tav>
                                        <p:tav tm="100000">
                                          <p:val>
                                            <p:strVal val="#ppt_x"/>
                                          </p:val>
                                        </p:tav>
                                      </p:tavLst>
                                    </p:anim>
                                    <p:anim calcmode="lin" valueType="num">
                                      <p:cBhvr additive="repl">
                                        <p:cTn id="228" dur="1000" fill="hold"/>
                                        <p:tgtEl>
                                          <p:spTgt spid="52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7" name="Picture 6" descr=""/>
          <p:cNvPicPr/>
          <p:nvPr/>
        </p:nvPicPr>
        <p:blipFill>
          <a:blip r:embed="rId1"/>
          <a:srcRect l="0" t="96170" r="0" b="0"/>
          <a:stretch/>
        </p:blipFill>
        <p:spPr>
          <a:xfrm>
            <a:off x="676080" y="6472080"/>
            <a:ext cx="2142720" cy="192600"/>
          </a:xfrm>
          <a:prstGeom prst="rect">
            <a:avLst/>
          </a:prstGeom>
          <a:ln w="0">
            <a:noFill/>
          </a:ln>
        </p:spPr>
      </p:pic>
      <p:sp>
        <p:nvSpPr>
          <p:cNvPr id="528"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29" name="Text Placeholder 9"/>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30" name="Text Placeholder 1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31"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32" name="" descr=""/>
          <p:cNvPicPr/>
          <p:nvPr/>
        </p:nvPicPr>
        <p:blipFill>
          <a:blip r:embed="rId2"/>
          <a:stretch/>
        </p:blipFill>
        <p:spPr>
          <a:xfrm>
            <a:off x="457200" y="1127520"/>
            <a:ext cx="9372600" cy="5501880"/>
          </a:xfrm>
          <a:prstGeom prst="rect">
            <a:avLst/>
          </a:prstGeom>
          <a:ln w="0">
            <a:noFill/>
          </a:ln>
        </p:spPr>
      </p:pic>
    </p:spTree>
  </p:cSld>
  <mc:AlternateContent>
    <mc:Choice Requires="p14">
      <p:transition spd="slow" p14:dur="2000"/>
    </mc:Choice>
    <mc:Fallback>
      <p:transition spd="slow"/>
    </mc:Fallback>
  </mc:AlternateContent>
  <p:timing>
    <p:tnLst>
      <p:par>
        <p:cTn id="229" dur="indefinite" restart="never" nodeType="tmRoot">
          <p:childTnLst>
            <p:seq>
              <p:cTn id="230" dur="indefinite" nodeType="mainSeq">
                <p:childTnLst>
                  <p:par>
                    <p:cTn id="231" fill="hold">
                      <p:stCondLst>
                        <p:cond delay="indefinite"/>
                      </p:stCondLst>
                      <p:childTnLst>
                        <p:par>
                          <p:cTn id="232" fill="hold">
                            <p:stCondLst>
                              <p:cond delay="0"/>
                            </p:stCondLst>
                            <p:childTnLst>
                              <p:par>
                                <p:cTn id="233" nodeType="clickEffect" fill="hold" presetClass="entr" presetID="53" presetSubtype="16">
                                  <p:stCondLst>
                                    <p:cond delay="0"/>
                                  </p:stCondLst>
                                  <p:childTnLst>
                                    <p:set>
                                      <p:cBhvr>
                                        <p:cTn id="234" dur="1" fill="hold">
                                          <p:stCondLst>
                                            <p:cond delay="0"/>
                                          </p:stCondLst>
                                        </p:cTn>
                                        <p:tgtEl>
                                          <p:spTgt spid="528"/>
                                        </p:tgtEl>
                                        <p:attrNameLst>
                                          <p:attrName>style.visibility</p:attrName>
                                        </p:attrNameLst>
                                      </p:cBhvr>
                                      <p:to>
                                        <p:strVal val="visible"/>
                                      </p:to>
                                    </p:set>
                                    <p:anim calcmode="lin" valueType="num">
                                      <p:cBhvr additive="repl">
                                        <p:cTn id="235" dur="500" fill="hold"/>
                                        <p:tgtEl>
                                          <p:spTgt spid="528"/>
                                        </p:tgtEl>
                                        <p:attrNameLst>
                                          <p:attrName>ppt_w</p:attrName>
                                        </p:attrNameLst>
                                      </p:cBhvr>
                                      <p:tavLst>
                                        <p:tav tm="0">
                                          <p:val>
                                            <p:strVal val="0"/>
                                          </p:val>
                                        </p:tav>
                                        <p:tav tm="100000">
                                          <p:val>
                                            <p:strVal val="#ppt_w"/>
                                          </p:val>
                                        </p:tav>
                                      </p:tavLst>
                                    </p:anim>
                                    <p:anim calcmode="lin" valueType="num">
                                      <p:cBhvr additive="repl">
                                        <p:cTn id="236" dur="500" fill="hold"/>
                                        <p:tgtEl>
                                          <p:spTgt spid="528"/>
                                        </p:tgtEl>
                                        <p:attrNameLst>
                                          <p:attrName>ppt_h</p:attrName>
                                        </p:attrNameLst>
                                      </p:cBhvr>
                                      <p:tavLst>
                                        <p:tav tm="0">
                                          <p:val>
                                            <p:strVal val="0"/>
                                          </p:val>
                                        </p:tav>
                                        <p:tav tm="100000">
                                          <p:val>
                                            <p:strVal val="#ppt_h"/>
                                          </p:val>
                                        </p:tav>
                                      </p:tavLst>
                                    </p:anim>
                                    <p:animEffect filter="fade" transition="in">
                                      <p:cBhvr additive="repl">
                                        <p:cTn id="237" dur="500"/>
                                        <p:tgtEl>
                                          <p:spTgt spid="528"/>
                                        </p:tgtEl>
                                      </p:cBhvr>
                                    </p:animEffect>
                                  </p:childTnLst>
                                </p:cTn>
                              </p:par>
                            </p:childTnLst>
                          </p:cTn>
                        </p:par>
                      </p:childTnLst>
                    </p:cTn>
                  </p:par>
                  <p:par>
                    <p:cTn id="238" fill="hold">
                      <p:stCondLst>
                        <p:cond delay="indefinite"/>
                      </p:stCondLst>
                      <p:childTnLst>
                        <p:par>
                          <p:cTn id="239" fill="hold">
                            <p:stCondLst>
                              <p:cond delay="0"/>
                            </p:stCondLst>
                            <p:childTnLst>
                              <p:par>
                                <p:cTn id="240" nodeType="clickEffect" fill="hold" presetClass="entr" presetID="42">
                                  <p:stCondLst>
                                    <p:cond delay="0"/>
                                  </p:stCondLst>
                                  <p:endCondLst>
                                    <p:cond delay="0" evt="begin"/>
                                  </p:endCondLst>
                                  <p:childTnLst>
                                    <p:set>
                                      <p:cBhvr>
                                        <p:cTn id="241" dur="1" fill="hold">
                                          <p:stCondLst>
                                            <p:cond delay="0"/>
                                          </p:stCondLst>
                                        </p:cTn>
                                        <p:tgtEl>
                                          <p:spTgt spid="529"/>
                                        </p:tgtEl>
                                        <p:attrNameLst>
                                          <p:attrName>style.visibility</p:attrName>
                                        </p:attrNameLst>
                                      </p:cBhvr>
                                      <p:to>
                                        <p:strVal val="visible"/>
                                      </p:to>
                                    </p:set>
                                    <p:animEffect filter="fade" transition="in">
                                      <p:cBhvr additive="repl">
                                        <p:cTn id="242" dur="1000"/>
                                        <p:tgtEl>
                                          <p:spTgt spid="529"/>
                                        </p:tgtEl>
                                      </p:cBhvr>
                                    </p:animEffect>
                                    <p:anim calcmode="lin" valueType="num">
                                      <p:cBhvr additive="repl">
                                        <p:cTn id="243" dur="1000" fill="hold"/>
                                        <p:tgtEl>
                                          <p:spTgt spid="529"/>
                                        </p:tgtEl>
                                        <p:attrNameLst>
                                          <p:attrName>ppt_x</p:attrName>
                                        </p:attrNameLst>
                                      </p:cBhvr>
                                      <p:tavLst>
                                        <p:tav tm="0">
                                          <p:val>
                                            <p:strVal val="#ppt_x"/>
                                          </p:val>
                                        </p:tav>
                                        <p:tav tm="100000">
                                          <p:val>
                                            <p:strVal val="#ppt_x"/>
                                          </p:val>
                                        </p:tav>
                                      </p:tavLst>
                                    </p:anim>
                                    <p:anim calcmode="lin" valueType="num">
                                      <p:cBhvr additive="repl">
                                        <p:cTn id="244" dur="1000" fill="hold"/>
                                        <p:tgtEl>
                                          <p:spTgt spid="529"/>
                                        </p:tgtEl>
                                        <p:attrNameLst>
                                          <p:attrName>ppt_y</p:attrName>
                                        </p:attrNameLst>
                                      </p:cBhvr>
                                      <p:tavLst>
                                        <p:tav tm="0">
                                          <p:val>
                                            <p:strVal val="#ppt_y+.1"/>
                                          </p:val>
                                        </p:tav>
                                        <p:tav tm="100000">
                                          <p:val>
                                            <p:strVal val="#ppt_y"/>
                                          </p:val>
                                        </p:tav>
                                      </p:tavLst>
                                    </p:anim>
                                  </p:childTnLst>
                                </p:cTn>
                              </p:par>
                            </p:childTnLst>
                          </p:cTn>
                        </p:par>
                      </p:childTnLst>
                    </p:cTn>
                  </p:par>
                  <p:par>
                    <p:cTn id="245" fill="hold">
                      <p:stCondLst>
                        <p:cond delay="indefinite"/>
                      </p:stCondLst>
                      <p:childTnLst>
                        <p:par>
                          <p:cTn id="246" fill="hold">
                            <p:stCondLst>
                              <p:cond delay="0"/>
                            </p:stCondLst>
                            <p:childTnLst>
                              <p:par>
                                <p:cTn id="247" nodeType="clickEffect" fill="hold" presetClass="entr" presetID="42">
                                  <p:stCondLst>
                                    <p:cond delay="0"/>
                                  </p:stCondLst>
                                  <p:endCondLst>
                                    <p:cond delay="0" evt="begin"/>
                                  </p:endCondLst>
                                  <p:childTnLst>
                                    <p:set>
                                      <p:cBhvr>
                                        <p:cTn id="248" dur="1" fill="hold">
                                          <p:stCondLst>
                                            <p:cond delay="0"/>
                                          </p:stCondLst>
                                        </p:cTn>
                                        <p:tgtEl>
                                          <p:spTgt spid="530"/>
                                        </p:tgtEl>
                                        <p:attrNameLst>
                                          <p:attrName>style.visibility</p:attrName>
                                        </p:attrNameLst>
                                      </p:cBhvr>
                                      <p:to>
                                        <p:strVal val="visible"/>
                                      </p:to>
                                    </p:set>
                                    <p:animEffect filter="fade" transition="in">
                                      <p:cBhvr additive="repl">
                                        <p:cTn id="249" dur="1000"/>
                                        <p:tgtEl>
                                          <p:spTgt spid="530"/>
                                        </p:tgtEl>
                                      </p:cBhvr>
                                    </p:animEffect>
                                    <p:anim calcmode="lin" valueType="num">
                                      <p:cBhvr additive="repl">
                                        <p:cTn id="250" dur="1000" fill="hold"/>
                                        <p:tgtEl>
                                          <p:spTgt spid="530"/>
                                        </p:tgtEl>
                                        <p:attrNameLst>
                                          <p:attrName>ppt_x</p:attrName>
                                        </p:attrNameLst>
                                      </p:cBhvr>
                                      <p:tavLst>
                                        <p:tav tm="0">
                                          <p:val>
                                            <p:strVal val="#ppt_x"/>
                                          </p:val>
                                        </p:tav>
                                        <p:tav tm="100000">
                                          <p:val>
                                            <p:strVal val="#ppt_x"/>
                                          </p:val>
                                        </p:tav>
                                      </p:tavLst>
                                    </p:anim>
                                    <p:anim calcmode="lin" valueType="num">
                                      <p:cBhvr additive="repl">
                                        <p:cTn id="251" dur="1000" fill="hold"/>
                                        <p:tgtEl>
                                          <p:spTgt spid="530"/>
                                        </p:tgtEl>
                                        <p:attrNameLst>
                                          <p:attrName>ppt_y</p:attrName>
                                        </p:attrNameLst>
                                      </p:cBhvr>
                                      <p:tavLst>
                                        <p:tav tm="0">
                                          <p:val>
                                            <p:strVal val="#ppt_y+.1"/>
                                          </p:val>
                                        </p:tav>
                                        <p:tav tm="100000">
                                          <p:val>
                                            <p:strVal val="#ppt_y"/>
                                          </p:val>
                                        </p:tav>
                                      </p:tavLst>
                                    </p:anim>
                                  </p:childTnLst>
                                </p:cTn>
                              </p:par>
                            </p:childTnLst>
                          </p:cTn>
                        </p:par>
                      </p:childTnLst>
                    </p:cTn>
                  </p:par>
                  <p:par>
                    <p:cTn id="252" fill="hold">
                      <p:stCondLst>
                        <p:cond delay="indefinite"/>
                      </p:stCondLst>
                      <p:childTnLst>
                        <p:par>
                          <p:cTn id="253" fill="hold">
                            <p:stCondLst>
                              <p:cond delay="0"/>
                            </p:stCondLst>
                            <p:childTnLst>
                              <p:par>
                                <p:cTn id="254" nodeType="clickEffect" fill="hold" presetClass="entr" presetID="42">
                                  <p:stCondLst>
                                    <p:cond delay="0"/>
                                  </p:stCondLst>
                                  <p:childTnLst>
                                    <p:set>
                                      <p:cBhvr>
                                        <p:cTn id="255" dur="1" fill="hold">
                                          <p:stCondLst>
                                            <p:cond delay="0"/>
                                          </p:stCondLst>
                                        </p:cTn>
                                        <p:tgtEl>
                                          <p:spTgt spid="531">
                                            <p:txEl>
                                              <p:pRg st="0" end="0"/>
                                            </p:txEl>
                                          </p:spTgt>
                                        </p:tgtEl>
                                        <p:attrNameLst>
                                          <p:attrName>style.visibility</p:attrName>
                                        </p:attrNameLst>
                                      </p:cBhvr>
                                      <p:to>
                                        <p:strVal val="visible"/>
                                      </p:to>
                                    </p:set>
                                    <p:animEffect filter="fade" transition="in">
                                      <p:cBhvr additive="repl">
                                        <p:cTn id="256" dur="1000"/>
                                        <p:tgtEl>
                                          <p:spTgt spid="531">
                                            <p:txEl>
                                              <p:pRg st="0" end="0"/>
                                            </p:txEl>
                                          </p:spTgt>
                                        </p:tgtEl>
                                      </p:cBhvr>
                                    </p:animEffect>
                                    <p:anim calcmode="lin" valueType="num">
                                      <p:cBhvr additive="repl">
                                        <p:cTn id="257" dur="1000" fill="hold"/>
                                        <p:tgtEl>
                                          <p:spTgt spid="531">
                                            <p:txEl>
                                              <p:pRg st="0" end="0"/>
                                            </p:txEl>
                                          </p:spTgt>
                                        </p:tgtEl>
                                        <p:attrNameLst>
                                          <p:attrName>ppt_x</p:attrName>
                                        </p:attrNameLst>
                                      </p:cBhvr>
                                      <p:tavLst>
                                        <p:tav tm="0">
                                          <p:val>
                                            <p:strVal val="#ppt_x"/>
                                          </p:val>
                                        </p:tav>
                                        <p:tav tm="100000">
                                          <p:val>
                                            <p:strVal val="#ppt_x"/>
                                          </p:val>
                                        </p:tav>
                                      </p:tavLst>
                                    </p:anim>
                                    <p:anim calcmode="lin" valueType="num">
                                      <p:cBhvr additive="repl">
                                        <p:cTn id="258" dur="1000" fill="hold"/>
                                        <p:tgtEl>
                                          <p:spTgt spid="53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3" name="Picture 3" descr=""/>
          <p:cNvPicPr/>
          <p:nvPr/>
        </p:nvPicPr>
        <p:blipFill>
          <a:blip r:embed="rId1"/>
          <a:srcRect l="0" t="96170" r="0" b="0"/>
          <a:stretch/>
        </p:blipFill>
        <p:spPr>
          <a:xfrm>
            <a:off x="676080" y="6472080"/>
            <a:ext cx="2142720" cy="192600"/>
          </a:xfrm>
          <a:prstGeom prst="rect">
            <a:avLst/>
          </a:prstGeom>
          <a:ln w="0">
            <a:noFill/>
          </a:ln>
        </p:spPr>
      </p:pic>
      <p:sp>
        <p:nvSpPr>
          <p:cNvPr id="534"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35" name="Text Placeholder 5"/>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36" name="Text Placeholder 7"/>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37"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38" name="" descr=""/>
          <p:cNvPicPr/>
          <p:nvPr/>
        </p:nvPicPr>
        <p:blipFill>
          <a:blip r:embed="rId2"/>
          <a:stretch/>
        </p:blipFill>
        <p:spPr>
          <a:xfrm rot="10200">
            <a:off x="236880" y="1157760"/>
            <a:ext cx="10125720" cy="5692680"/>
          </a:xfrm>
          <a:prstGeom prst="rect">
            <a:avLst/>
          </a:prstGeom>
          <a:ln w="0">
            <a:noFill/>
          </a:ln>
        </p:spPr>
      </p:pic>
    </p:spTree>
  </p:cSld>
  <mc:AlternateContent>
    <mc:Choice Requires="p14">
      <p:transition spd="slow" p14:dur="2000"/>
    </mc:Choice>
    <mc:Fallback>
      <p:transition spd="slow"/>
    </mc:Fallback>
  </mc:AlternateContent>
  <p:timing>
    <p:tnLst>
      <p:par>
        <p:cTn id="259" dur="indefinite" restart="never" nodeType="tmRoot">
          <p:childTnLst>
            <p:seq>
              <p:cTn id="260" dur="indefinite" nodeType="mainSeq">
                <p:childTnLst>
                  <p:par>
                    <p:cTn id="261" fill="hold">
                      <p:stCondLst>
                        <p:cond delay="indefinite"/>
                      </p:stCondLst>
                      <p:childTnLst>
                        <p:par>
                          <p:cTn id="262" fill="hold">
                            <p:stCondLst>
                              <p:cond delay="0"/>
                            </p:stCondLst>
                            <p:childTnLst>
                              <p:par>
                                <p:cTn id="263" nodeType="clickEffect" fill="hold" presetClass="entr" presetID="53" presetSubtype="16">
                                  <p:stCondLst>
                                    <p:cond delay="0"/>
                                  </p:stCondLst>
                                  <p:childTnLst>
                                    <p:set>
                                      <p:cBhvr>
                                        <p:cTn id="264" dur="1" fill="hold">
                                          <p:stCondLst>
                                            <p:cond delay="0"/>
                                          </p:stCondLst>
                                        </p:cTn>
                                        <p:tgtEl>
                                          <p:spTgt spid="534"/>
                                        </p:tgtEl>
                                        <p:attrNameLst>
                                          <p:attrName>style.visibility</p:attrName>
                                        </p:attrNameLst>
                                      </p:cBhvr>
                                      <p:to>
                                        <p:strVal val="visible"/>
                                      </p:to>
                                    </p:set>
                                    <p:anim calcmode="lin" valueType="num">
                                      <p:cBhvr additive="repl">
                                        <p:cTn id="265" dur="500" fill="hold"/>
                                        <p:tgtEl>
                                          <p:spTgt spid="534"/>
                                        </p:tgtEl>
                                        <p:attrNameLst>
                                          <p:attrName>ppt_w</p:attrName>
                                        </p:attrNameLst>
                                      </p:cBhvr>
                                      <p:tavLst>
                                        <p:tav tm="0">
                                          <p:val>
                                            <p:strVal val="0"/>
                                          </p:val>
                                        </p:tav>
                                        <p:tav tm="100000">
                                          <p:val>
                                            <p:strVal val="#ppt_w"/>
                                          </p:val>
                                        </p:tav>
                                      </p:tavLst>
                                    </p:anim>
                                    <p:anim calcmode="lin" valueType="num">
                                      <p:cBhvr additive="repl">
                                        <p:cTn id="266" dur="500" fill="hold"/>
                                        <p:tgtEl>
                                          <p:spTgt spid="534"/>
                                        </p:tgtEl>
                                        <p:attrNameLst>
                                          <p:attrName>ppt_h</p:attrName>
                                        </p:attrNameLst>
                                      </p:cBhvr>
                                      <p:tavLst>
                                        <p:tav tm="0">
                                          <p:val>
                                            <p:strVal val="0"/>
                                          </p:val>
                                        </p:tav>
                                        <p:tav tm="100000">
                                          <p:val>
                                            <p:strVal val="#ppt_h"/>
                                          </p:val>
                                        </p:tav>
                                      </p:tavLst>
                                    </p:anim>
                                    <p:animEffect filter="fade" transition="in">
                                      <p:cBhvr additive="repl">
                                        <p:cTn id="267" dur="500"/>
                                        <p:tgtEl>
                                          <p:spTgt spid="534"/>
                                        </p:tgtEl>
                                      </p:cBhvr>
                                    </p:animEffect>
                                  </p:childTnLst>
                                </p:cTn>
                              </p:par>
                            </p:childTnLst>
                          </p:cTn>
                        </p:par>
                      </p:childTnLst>
                    </p:cTn>
                  </p:par>
                  <p:par>
                    <p:cTn id="268" fill="hold">
                      <p:stCondLst>
                        <p:cond delay="indefinite"/>
                      </p:stCondLst>
                      <p:childTnLst>
                        <p:par>
                          <p:cTn id="269" fill="hold">
                            <p:stCondLst>
                              <p:cond delay="0"/>
                            </p:stCondLst>
                            <p:childTnLst>
                              <p:par>
                                <p:cTn id="270" nodeType="clickEffect" fill="hold" presetClass="entr" presetID="42">
                                  <p:stCondLst>
                                    <p:cond delay="0"/>
                                  </p:stCondLst>
                                  <p:endCondLst>
                                    <p:cond delay="0" evt="begin"/>
                                  </p:endCondLst>
                                  <p:childTnLst>
                                    <p:set>
                                      <p:cBhvr>
                                        <p:cTn id="271" dur="1" fill="hold">
                                          <p:stCondLst>
                                            <p:cond delay="0"/>
                                          </p:stCondLst>
                                        </p:cTn>
                                        <p:tgtEl>
                                          <p:spTgt spid="535"/>
                                        </p:tgtEl>
                                        <p:attrNameLst>
                                          <p:attrName>style.visibility</p:attrName>
                                        </p:attrNameLst>
                                      </p:cBhvr>
                                      <p:to>
                                        <p:strVal val="visible"/>
                                      </p:to>
                                    </p:set>
                                    <p:animEffect filter="fade" transition="in">
                                      <p:cBhvr additive="repl">
                                        <p:cTn id="272" dur="1000"/>
                                        <p:tgtEl>
                                          <p:spTgt spid="535"/>
                                        </p:tgtEl>
                                      </p:cBhvr>
                                    </p:animEffect>
                                    <p:anim calcmode="lin" valueType="num">
                                      <p:cBhvr additive="repl">
                                        <p:cTn id="273" dur="1000" fill="hold"/>
                                        <p:tgtEl>
                                          <p:spTgt spid="535"/>
                                        </p:tgtEl>
                                        <p:attrNameLst>
                                          <p:attrName>ppt_x</p:attrName>
                                        </p:attrNameLst>
                                      </p:cBhvr>
                                      <p:tavLst>
                                        <p:tav tm="0">
                                          <p:val>
                                            <p:strVal val="#ppt_x"/>
                                          </p:val>
                                        </p:tav>
                                        <p:tav tm="100000">
                                          <p:val>
                                            <p:strVal val="#ppt_x"/>
                                          </p:val>
                                        </p:tav>
                                      </p:tavLst>
                                    </p:anim>
                                    <p:anim calcmode="lin" valueType="num">
                                      <p:cBhvr additive="repl">
                                        <p:cTn id="274" dur="1000" fill="hold"/>
                                        <p:tgtEl>
                                          <p:spTgt spid="535"/>
                                        </p:tgtEl>
                                        <p:attrNameLst>
                                          <p:attrName>ppt_y</p:attrName>
                                        </p:attrNameLst>
                                      </p:cBhvr>
                                      <p:tavLst>
                                        <p:tav tm="0">
                                          <p:val>
                                            <p:strVal val="#ppt_y+.1"/>
                                          </p:val>
                                        </p:tav>
                                        <p:tav tm="100000">
                                          <p:val>
                                            <p:strVal val="#ppt_y"/>
                                          </p:val>
                                        </p:tav>
                                      </p:tavLst>
                                    </p:anim>
                                  </p:childTnLst>
                                </p:cTn>
                              </p:par>
                            </p:childTnLst>
                          </p:cTn>
                        </p:par>
                      </p:childTnLst>
                    </p:cTn>
                  </p:par>
                  <p:par>
                    <p:cTn id="275" fill="hold">
                      <p:stCondLst>
                        <p:cond delay="indefinite"/>
                      </p:stCondLst>
                      <p:childTnLst>
                        <p:par>
                          <p:cTn id="276" fill="hold">
                            <p:stCondLst>
                              <p:cond delay="0"/>
                            </p:stCondLst>
                            <p:childTnLst>
                              <p:par>
                                <p:cTn id="277" nodeType="clickEffect" fill="hold" presetClass="entr" presetID="42">
                                  <p:stCondLst>
                                    <p:cond delay="0"/>
                                  </p:stCondLst>
                                  <p:endCondLst>
                                    <p:cond delay="0" evt="begin"/>
                                  </p:endCondLst>
                                  <p:childTnLst>
                                    <p:set>
                                      <p:cBhvr>
                                        <p:cTn id="278" dur="1" fill="hold">
                                          <p:stCondLst>
                                            <p:cond delay="0"/>
                                          </p:stCondLst>
                                        </p:cTn>
                                        <p:tgtEl>
                                          <p:spTgt spid="536"/>
                                        </p:tgtEl>
                                        <p:attrNameLst>
                                          <p:attrName>style.visibility</p:attrName>
                                        </p:attrNameLst>
                                      </p:cBhvr>
                                      <p:to>
                                        <p:strVal val="visible"/>
                                      </p:to>
                                    </p:set>
                                    <p:animEffect filter="fade" transition="in">
                                      <p:cBhvr additive="repl">
                                        <p:cTn id="279" dur="1000"/>
                                        <p:tgtEl>
                                          <p:spTgt spid="536"/>
                                        </p:tgtEl>
                                      </p:cBhvr>
                                    </p:animEffect>
                                    <p:anim calcmode="lin" valueType="num">
                                      <p:cBhvr additive="repl">
                                        <p:cTn id="280" dur="1000" fill="hold"/>
                                        <p:tgtEl>
                                          <p:spTgt spid="536"/>
                                        </p:tgtEl>
                                        <p:attrNameLst>
                                          <p:attrName>ppt_x</p:attrName>
                                        </p:attrNameLst>
                                      </p:cBhvr>
                                      <p:tavLst>
                                        <p:tav tm="0">
                                          <p:val>
                                            <p:strVal val="#ppt_x"/>
                                          </p:val>
                                        </p:tav>
                                        <p:tav tm="100000">
                                          <p:val>
                                            <p:strVal val="#ppt_x"/>
                                          </p:val>
                                        </p:tav>
                                      </p:tavLst>
                                    </p:anim>
                                    <p:anim calcmode="lin" valueType="num">
                                      <p:cBhvr additive="repl">
                                        <p:cTn id="281" dur="1000" fill="hold"/>
                                        <p:tgtEl>
                                          <p:spTgt spid="536"/>
                                        </p:tgtEl>
                                        <p:attrNameLst>
                                          <p:attrName>ppt_y</p:attrName>
                                        </p:attrNameLst>
                                      </p:cBhvr>
                                      <p:tavLst>
                                        <p:tav tm="0">
                                          <p:val>
                                            <p:strVal val="#ppt_y+.1"/>
                                          </p:val>
                                        </p:tav>
                                        <p:tav tm="100000">
                                          <p:val>
                                            <p:strVal val="#ppt_y"/>
                                          </p:val>
                                        </p:tav>
                                      </p:tavLst>
                                    </p:anim>
                                  </p:childTnLst>
                                </p:cTn>
                              </p:par>
                            </p:childTnLst>
                          </p:cTn>
                        </p:par>
                      </p:childTnLst>
                    </p:cTn>
                  </p:par>
                  <p:par>
                    <p:cTn id="282" fill="hold">
                      <p:stCondLst>
                        <p:cond delay="indefinite"/>
                      </p:stCondLst>
                      <p:childTnLst>
                        <p:par>
                          <p:cTn id="283" fill="hold">
                            <p:stCondLst>
                              <p:cond delay="0"/>
                            </p:stCondLst>
                            <p:childTnLst>
                              <p:par>
                                <p:cTn id="284" nodeType="clickEffect" fill="hold" presetClass="entr" presetID="42">
                                  <p:stCondLst>
                                    <p:cond delay="0"/>
                                  </p:stCondLst>
                                  <p:childTnLst>
                                    <p:set>
                                      <p:cBhvr>
                                        <p:cTn id="285" dur="1" fill="hold">
                                          <p:stCondLst>
                                            <p:cond delay="0"/>
                                          </p:stCondLst>
                                        </p:cTn>
                                        <p:tgtEl>
                                          <p:spTgt spid="537">
                                            <p:txEl>
                                              <p:pRg st="0" end="0"/>
                                            </p:txEl>
                                          </p:spTgt>
                                        </p:tgtEl>
                                        <p:attrNameLst>
                                          <p:attrName>style.visibility</p:attrName>
                                        </p:attrNameLst>
                                      </p:cBhvr>
                                      <p:to>
                                        <p:strVal val="visible"/>
                                      </p:to>
                                    </p:set>
                                    <p:animEffect filter="fade" transition="in">
                                      <p:cBhvr additive="repl">
                                        <p:cTn id="286" dur="1000"/>
                                        <p:tgtEl>
                                          <p:spTgt spid="537">
                                            <p:txEl>
                                              <p:pRg st="0" end="0"/>
                                            </p:txEl>
                                          </p:spTgt>
                                        </p:tgtEl>
                                      </p:cBhvr>
                                    </p:animEffect>
                                    <p:anim calcmode="lin" valueType="num">
                                      <p:cBhvr additive="repl">
                                        <p:cTn id="287" dur="1000" fill="hold"/>
                                        <p:tgtEl>
                                          <p:spTgt spid="537">
                                            <p:txEl>
                                              <p:pRg st="0" end="0"/>
                                            </p:txEl>
                                          </p:spTgt>
                                        </p:tgtEl>
                                        <p:attrNameLst>
                                          <p:attrName>ppt_x</p:attrName>
                                        </p:attrNameLst>
                                      </p:cBhvr>
                                      <p:tavLst>
                                        <p:tav tm="0">
                                          <p:val>
                                            <p:strVal val="#ppt_x"/>
                                          </p:val>
                                        </p:tav>
                                        <p:tav tm="100000">
                                          <p:val>
                                            <p:strVal val="#ppt_x"/>
                                          </p:val>
                                        </p:tav>
                                      </p:tavLst>
                                    </p:anim>
                                    <p:anim calcmode="lin" valueType="num">
                                      <p:cBhvr additive="repl">
                                        <p:cTn id="288" dur="1000" fill="hold"/>
                                        <p:tgtEl>
                                          <p:spTgt spid="53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9" name="Picture 2" descr=""/>
          <p:cNvPicPr/>
          <p:nvPr/>
        </p:nvPicPr>
        <p:blipFill>
          <a:blip r:embed="rId1"/>
          <a:srcRect l="0" t="96170" r="0" b="0"/>
          <a:stretch/>
        </p:blipFill>
        <p:spPr>
          <a:xfrm>
            <a:off x="676080" y="6472080"/>
            <a:ext cx="2142720" cy="192600"/>
          </a:xfrm>
          <a:prstGeom prst="rect">
            <a:avLst/>
          </a:prstGeom>
          <a:ln w="0">
            <a:noFill/>
          </a:ln>
        </p:spPr>
      </p:pic>
      <p:sp>
        <p:nvSpPr>
          <p:cNvPr id="54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41" name="Text Placeholder 2"/>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42" name="Text Placeholder 3"/>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43"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44" name="" descr=""/>
          <p:cNvPicPr/>
          <p:nvPr/>
        </p:nvPicPr>
        <p:blipFill>
          <a:blip r:embed="rId2"/>
          <a:stretch/>
        </p:blipFill>
        <p:spPr>
          <a:xfrm>
            <a:off x="457200" y="1143000"/>
            <a:ext cx="9829800" cy="5711400"/>
          </a:xfrm>
          <a:prstGeom prst="rect">
            <a:avLst/>
          </a:prstGeom>
          <a:ln w="0">
            <a:noFill/>
          </a:ln>
        </p:spPr>
      </p:pic>
    </p:spTree>
  </p:cSld>
  <mc:AlternateContent>
    <mc:Choice Requires="p14">
      <p:transition spd="slow" p14:dur="2000"/>
    </mc:Choice>
    <mc:Fallback>
      <p:transition spd="slow"/>
    </mc:Fallback>
  </mc:AlternateContent>
  <p:timing>
    <p:tnLst>
      <p:par>
        <p:cTn id="289" dur="indefinite" restart="never" nodeType="tmRoot">
          <p:childTnLst>
            <p:seq>
              <p:cTn id="290" dur="indefinite" nodeType="mainSeq">
                <p:childTnLst>
                  <p:par>
                    <p:cTn id="291" fill="hold">
                      <p:stCondLst>
                        <p:cond delay="indefinite"/>
                      </p:stCondLst>
                      <p:childTnLst>
                        <p:par>
                          <p:cTn id="292" fill="hold">
                            <p:stCondLst>
                              <p:cond delay="0"/>
                            </p:stCondLst>
                            <p:childTnLst>
                              <p:par>
                                <p:cTn id="293" nodeType="clickEffect" fill="hold" presetClass="entr" presetID="53" presetSubtype="16">
                                  <p:stCondLst>
                                    <p:cond delay="0"/>
                                  </p:stCondLst>
                                  <p:childTnLst>
                                    <p:set>
                                      <p:cBhvr>
                                        <p:cTn id="294" dur="1" fill="hold">
                                          <p:stCondLst>
                                            <p:cond delay="0"/>
                                          </p:stCondLst>
                                        </p:cTn>
                                        <p:tgtEl>
                                          <p:spTgt spid="540"/>
                                        </p:tgtEl>
                                        <p:attrNameLst>
                                          <p:attrName>style.visibility</p:attrName>
                                        </p:attrNameLst>
                                      </p:cBhvr>
                                      <p:to>
                                        <p:strVal val="visible"/>
                                      </p:to>
                                    </p:set>
                                    <p:anim calcmode="lin" valueType="num">
                                      <p:cBhvr additive="repl">
                                        <p:cTn id="295" dur="500" fill="hold"/>
                                        <p:tgtEl>
                                          <p:spTgt spid="540"/>
                                        </p:tgtEl>
                                        <p:attrNameLst>
                                          <p:attrName>ppt_w</p:attrName>
                                        </p:attrNameLst>
                                      </p:cBhvr>
                                      <p:tavLst>
                                        <p:tav tm="0">
                                          <p:val>
                                            <p:strVal val="0"/>
                                          </p:val>
                                        </p:tav>
                                        <p:tav tm="100000">
                                          <p:val>
                                            <p:strVal val="#ppt_w"/>
                                          </p:val>
                                        </p:tav>
                                      </p:tavLst>
                                    </p:anim>
                                    <p:anim calcmode="lin" valueType="num">
                                      <p:cBhvr additive="repl">
                                        <p:cTn id="296" dur="500" fill="hold"/>
                                        <p:tgtEl>
                                          <p:spTgt spid="540"/>
                                        </p:tgtEl>
                                        <p:attrNameLst>
                                          <p:attrName>ppt_h</p:attrName>
                                        </p:attrNameLst>
                                      </p:cBhvr>
                                      <p:tavLst>
                                        <p:tav tm="0">
                                          <p:val>
                                            <p:strVal val="0"/>
                                          </p:val>
                                        </p:tav>
                                        <p:tav tm="100000">
                                          <p:val>
                                            <p:strVal val="#ppt_h"/>
                                          </p:val>
                                        </p:tav>
                                      </p:tavLst>
                                    </p:anim>
                                    <p:animEffect filter="fade" transition="in">
                                      <p:cBhvr additive="repl">
                                        <p:cTn id="297" dur="500"/>
                                        <p:tgtEl>
                                          <p:spTgt spid="540"/>
                                        </p:tgtEl>
                                      </p:cBhvr>
                                    </p:animEffect>
                                  </p:childTnLst>
                                </p:cTn>
                              </p:par>
                            </p:childTnLst>
                          </p:cTn>
                        </p:par>
                      </p:childTnLst>
                    </p:cTn>
                  </p:par>
                  <p:par>
                    <p:cTn id="298" fill="hold">
                      <p:stCondLst>
                        <p:cond delay="indefinite"/>
                      </p:stCondLst>
                      <p:childTnLst>
                        <p:par>
                          <p:cTn id="299" fill="hold">
                            <p:stCondLst>
                              <p:cond delay="0"/>
                            </p:stCondLst>
                            <p:childTnLst>
                              <p:par>
                                <p:cTn id="300" nodeType="clickEffect" fill="hold" presetClass="entr" presetID="42">
                                  <p:stCondLst>
                                    <p:cond delay="0"/>
                                  </p:stCondLst>
                                  <p:endCondLst>
                                    <p:cond delay="0" evt="begin"/>
                                  </p:endCondLst>
                                  <p:childTnLst>
                                    <p:set>
                                      <p:cBhvr>
                                        <p:cTn id="301" dur="1" fill="hold">
                                          <p:stCondLst>
                                            <p:cond delay="0"/>
                                          </p:stCondLst>
                                        </p:cTn>
                                        <p:tgtEl>
                                          <p:spTgt spid="541"/>
                                        </p:tgtEl>
                                        <p:attrNameLst>
                                          <p:attrName>style.visibility</p:attrName>
                                        </p:attrNameLst>
                                      </p:cBhvr>
                                      <p:to>
                                        <p:strVal val="visible"/>
                                      </p:to>
                                    </p:set>
                                    <p:animEffect filter="fade" transition="in">
                                      <p:cBhvr additive="repl">
                                        <p:cTn id="302" dur="1000"/>
                                        <p:tgtEl>
                                          <p:spTgt spid="541"/>
                                        </p:tgtEl>
                                      </p:cBhvr>
                                    </p:animEffect>
                                    <p:anim calcmode="lin" valueType="num">
                                      <p:cBhvr additive="repl">
                                        <p:cTn id="303" dur="1000" fill="hold"/>
                                        <p:tgtEl>
                                          <p:spTgt spid="541"/>
                                        </p:tgtEl>
                                        <p:attrNameLst>
                                          <p:attrName>ppt_x</p:attrName>
                                        </p:attrNameLst>
                                      </p:cBhvr>
                                      <p:tavLst>
                                        <p:tav tm="0">
                                          <p:val>
                                            <p:strVal val="#ppt_x"/>
                                          </p:val>
                                        </p:tav>
                                        <p:tav tm="100000">
                                          <p:val>
                                            <p:strVal val="#ppt_x"/>
                                          </p:val>
                                        </p:tav>
                                      </p:tavLst>
                                    </p:anim>
                                    <p:anim calcmode="lin" valueType="num">
                                      <p:cBhvr additive="repl">
                                        <p:cTn id="304" dur="1000" fill="hold"/>
                                        <p:tgtEl>
                                          <p:spTgt spid="541"/>
                                        </p:tgtEl>
                                        <p:attrNameLst>
                                          <p:attrName>ppt_y</p:attrName>
                                        </p:attrNameLst>
                                      </p:cBhvr>
                                      <p:tavLst>
                                        <p:tav tm="0">
                                          <p:val>
                                            <p:strVal val="#ppt_y+.1"/>
                                          </p:val>
                                        </p:tav>
                                        <p:tav tm="100000">
                                          <p:val>
                                            <p:strVal val="#ppt_y"/>
                                          </p:val>
                                        </p:tav>
                                      </p:tavLst>
                                    </p:anim>
                                  </p:childTnLst>
                                </p:cTn>
                              </p:par>
                            </p:childTnLst>
                          </p:cTn>
                        </p:par>
                      </p:childTnLst>
                    </p:cTn>
                  </p:par>
                  <p:par>
                    <p:cTn id="305" fill="hold">
                      <p:stCondLst>
                        <p:cond delay="indefinite"/>
                      </p:stCondLst>
                      <p:childTnLst>
                        <p:par>
                          <p:cTn id="306" fill="hold">
                            <p:stCondLst>
                              <p:cond delay="0"/>
                            </p:stCondLst>
                            <p:childTnLst>
                              <p:par>
                                <p:cTn id="307" nodeType="clickEffect" fill="hold" presetClass="entr" presetID="42">
                                  <p:stCondLst>
                                    <p:cond delay="0"/>
                                  </p:stCondLst>
                                  <p:endCondLst>
                                    <p:cond delay="0" evt="begin"/>
                                  </p:endCondLst>
                                  <p:childTnLst>
                                    <p:set>
                                      <p:cBhvr>
                                        <p:cTn id="308" dur="1" fill="hold">
                                          <p:stCondLst>
                                            <p:cond delay="0"/>
                                          </p:stCondLst>
                                        </p:cTn>
                                        <p:tgtEl>
                                          <p:spTgt spid="542"/>
                                        </p:tgtEl>
                                        <p:attrNameLst>
                                          <p:attrName>style.visibility</p:attrName>
                                        </p:attrNameLst>
                                      </p:cBhvr>
                                      <p:to>
                                        <p:strVal val="visible"/>
                                      </p:to>
                                    </p:set>
                                    <p:animEffect filter="fade" transition="in">
                                      <p:cBhvr additive="repl">
                                        <p:cTn id="309" dur="1000"/>
                                        <p:tgtEl>
                                          <p:spTgt spid="542"/>
                                        </p:tgtEl>
                                      </p:cBhvr>
                                    </p:animEffect>
                                    <p:anim calcmode="lin" valueType="num">
                                      <p:cBhvr additive="repl">
                                        <p:cTn id="310" dur="1000" fill="hold"/>
                                        <p:tgtEl>
                                          <p:spTgt spid="542"/>
                                        </p:tgtEl>
                                        <p:attrNameLst>
                                          <p:attrName>ppt_x</p:attrName>
                                        </p:attrNameLst>
                                      </p:cBhvr>
                                      <p:tavLst>
                                        <p:tav tm="0">
                                          <p:val>
                                            <p:strVal val="#ppt_x"/>
                                          </p:val>
                                        </p:tav>
                                        <p:tav tm="100000">
                                          <p:val>
                                            <p:strVal val="#ppt_x"/>
                                          </p:val>
                                        </p:tav>
                                      </p:tavLst>
                                    </p:anim>
                                    <p:anim calcmode="lin" valueType="num">
                                      <p:cBhvr additive="repl">
                                        <p:cTn id="311" dur="1000" fill="hold"/>
                                        <p:tgtEl>
                                          <p:spTgt spid="542"/>
                                        </p:tgtEl>
                                        <p:attrNameLst>
                                          <p:attrName>ppt_y</p:attrName>
                                        </p:attrNameLst>
                                      </p:cBhvr>
                                      <p:tavLst>
                                        <p:tav tm="0">
                                          <p:val>
                                            <p:strVal val="#ppt_y+.1"/>
                                          </p:val>
                                        </p:tav>
                                        <p:tav tm="100000">
                                          <p:val>
                                            <p:strVal val="#ppt_y"/>
                                          </p:val>
                                        </p:tav>
                                      </p:tavLst>
                                    </p:anim>
                                  </p:childTnLst>
                                </p:cTn>
                              </p:par>
                            </p:childTnLst>
                          </p:cTn>
                        </p:par>
                      </p:childTnLst>
                    </p:cTn>
                  </p:par>
                  <p:par>
                    <p:cTn id="312" fill="hold">
                      <p:stCondLst>
                        <p:cond delay="indefinite"/>
                      </p:stCondLst>
                      <p:childTnLst>
                        <p:par>
                          <p:cTn id="313" fill="hold">
                            <p:stCondLst>
                              <p:cond delay="0"/>
                            </p:stCondLst>
                            <p:childTnLst>
                              <p:par>
                                <p:cTn id="314" nodeType="clickEffect" fill="hold" presetClass="entr" presetID="42">
                                  <p:stCondLst>
                                    <p:cond delay="0"/>
                                  </p:stCondLst>
                                  <p:childTnLst>
                                    <p:set>
                                      <p:cBhvr>
                                        <p:cTn id="315" dur="1" fill="hold">
                                          <p:stCondLst>
                                            <p:cond delay="0"/>
                                          </p:stCondLst>
                                        </p:cTn>
                                        <p:tgtEl>
                                          <p:spTgt spid="543">
                                            <p:txEl>
                                              <p:pRg st="0" end="0"/>
                                            </p:txEl>
                                          </p:spTgt>
                                        </p:tgtEl>
                                        <p:attrNameLst>
                                          <p:attrName>style.visibility</p:attrName>
                                        </p:attrNameLst>
                                      </p:cBhvr>
                                      <p:to>
                                        <p:strVal val="visible"/>
                                      </p:to>
                                    </p:set>
                                    <p:animEffect filter="fade" transition="in">
                                      <p:cBhvr additive="repl">
                                        <p:cTn id="316" dur="1000"/>
                                        <p:tgtEl>
                                          <p:spTgt spid="543">
                                            <p:txEl>
                                              <p:pRg st="0" end="0"/>
                                            </p:txEl>
                                          </p:spTgt>
                                        </p:tgtEl>
                                      </p:cBhvr>
                                    </p:animEffect>
                                    <p:anim calcmode="lin" valueType="num">
                                      <p:cBhvr additive="repl">
                                        <p:cTn id="317" dur="1000" fill="hold"/>
                                        <p:tgtEl>
                                          <p:spTgt spid="543">
                                            <p:txEl>
                                              <p:pRg st="0" end="0"/>
                                            </p:txEl>
                                          </p:spTgt>
                                        </p:tgtEl>
                                        <p:attrNameLst>
                                          <p:attrName>ppt_x</p:attrName>
                                        </p:attrNameLst>
                                      </p:cBhvr>
                                      <p:tavLst>
                                        <p:tav tm="0">
                                          <p:val>
                                            <p:strVal val="#ppt_x"/>
                                          </p:val>
                                        </p:tav>
                                        <p:tav tm="100000">
                                          <p:val>
                                            <p:strVal val="#ppt_x"/>
                                          </p:val>
                                        </p:tav>
                                      </p:tavLst>
                                    </p:anim>
                                    <p:anim calcmode="lin" valueType="num">
                                      <p:cBhvr additive="repl">
                                        <p:cTn id="318" dur="1000" fill="hold"/>
                                        <p:tgtEl>
                                          <p:spTgt spid="54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5" name="Picture 7" descr=""/>
          <p:cNvPicPr/>
          <p:nvPr/>
        </p:nvPicPr>
        <p:blipFill>
          <a:blip r:embed="rId1"/>
          <a:srcRect l="0" t="96170" r="0" b="0"/>
          <a:stretch/>
        </p:blipFill>
        <p:spPr>
          <a:xfrm>
            <a:off x="676080" y="6472080"/>
            <a:ext cx="2142720" cy="192600"/>
          </a:xfrm>
          <a:prstGeom prst="rect">
            <a:avLst/>
          </a:prstGeom>
          <a:ln w="0">
            <a:noFill/>
          </a:ln>
        </p:spPr>
      </p:pic>
      <p:sp>
        <p:nvSpPr>
          <p:cNvPr id="546"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47" name="Text Placeholder 13"/>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48" name="Text Placeholder 14"/>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49"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50" name="" descr=""/>
          <p:cNvPicPr/>
          <p:nvPr/>
        </p:nvPicPr>
        <p:blipFill>
          <a:blip r:embed="rId2"/>
          <a:stretch/>
        </p:blipFill>
        <p:spPr>
          <a:xfrm>
            <a:off x="457200" y="1046520"/>
            <a:ext cx="9930960" cy="5582880"/>
          </a:xfrm>
          <a:prstGeom prst="rect">
            <a:avLst/>
          </a:prstGeom>
          <a:ln w="0">
            <a:noFill/>
          </a:ln>
        </p:spPr>
      </p:pic>
    </p:spTree>
  </p:cSld>
  <mc:AlternateContent>
    <mc:Choice Requires="p14">
      <p:transition spd="slow" p14:dur="2000"/>
    </mc:Choice>
    <mc:Fallback>
      <p:transition spd="slow"/>
    </mc:Fallback>
  </mc:AlternateContent>
  <p:timing>
    <p:tnLst>
      <p:par>
        <p:cTn id="319" dur="indefinite" restart="never" nodeType="tmRoot">
          <p:childTnLst>
            <p:seq>
              <p:cTn id="320" dur="indefinite" nodeType="mainSeq">
                <p:childTnLst>
                  <p:par>
                    <p:cTn id="321" fill="hold">
                      <p:stCondLst>
                        <p:cond delay="indefinite"/>
                      </p:stCondLst>
                      <p:childTnLst>
                        <p:par>
                          <p:cTn id="322" fill="hold">
                            <p:stCondLst>
                              <p:cond delay="0"/>
                            </p:stCondLst>
                            <p:childTnLst>
                              <p:par>
                                <p:cTn id="323" nodeType="clickEffect" fill="hold" presetClass="entr" presetID="53" presetSubtype="16">
                                  <p:stCondLst>
                                    <p:cond delay="0"/>
                                  </p:stCondLst>
                                  <p:childTnLst>
                                    <p:set>
                                      <p:cBhvr>
                                        <p:cTn id="324" dur="1" fill="hold">
                                          <p:stCondLst>
                                            <p:cond delay="0"/>
                                          </p:stCondLst>
                                        </p:cTn>
                                        <p:tgtEl>
                                          <p:spTgt spid="546"/>
                                        </p:tgtEl>
                                        <p:attrNameLst>
                                          <p:attrName>style.visibility</p:attrName>
                                        </p:attrNameLst>
                                      </p:cBhvr>
                                      <p:to>
                                        <p:strVal val="visible"/>
                                      </p:to>
                                    </p:set>
                                    <p:anim calcmode="lin" valueType="num">
                                      <p:cBhvr additive="repl">
                                        <p:cTn id="325" dur="500" fill="hold"/>
                                        <p:tgtEl>
                                          <p:spTgt spid="546"/>
                                        </p:tgtEl>
                                        <p:attrNameLst>
                                          <p:attrName>ppt_w</p:attrName>
                                        </p:attrNameLst>
                                      </p:cBhvr>
                                      <p:tavLst>
                                        <p:tav tm="0">
                                          <p:val>
                                            <p:strVal val="0"/>
                                          </p:val>
                                        </p:tav>
                                        <p:tav tm="100000">
                                          <p:val>
                                            <p:strVal val="#ppt_w"/>
                                          </p:val>
                                        </p:tav>
                                      </p:tavLst>
                                    </p:anim>
                                    <p:anim calcmode="lin" valueType="num">
                                      <p:cBhvr additive="repl">
                                        <p:cTn id="326" dur="500" fill="hold"/>
                                        <p:tgtEl>
                                          <p:spTgt spid="546"/>
                                        </p:tgtEl>
                                        <p:attrNameLst>
                                          <p:attrName>ppt_h</p:attrName>
                                        </p:attrNameLst>
                                      </p:cBhvr>
                                      <p:tavLst>
                                        <p:tav tm="0">
                                          <p:val>
                                            <p:strVal val="0"/>
                                          </p:val>
                                        </p:tav>
                                        <p:tav tm="100000">
                                          <p:val>
                                            <p:strVal val="#ppt_h"/>
                                          </p:val>
                                        </p:tav>
                                      </p:tavLst>
                                    </p:anim>
                                    <p:animEffect filter="fade" transition="in">
                                      <p:cBhvr additive="repl">
                                        <p:cTn id="327" dur="500"/>
                                        <p:tgtEl>
                                          <p:spTgt spid="546"/>
                                        </p:tgtEl>
                                      </p:cBhvr>
                                    </p:animEffect>
                                  </p:childTnLst>
                                </p:cTn>
                              </p:par>
                            </p:childTnLst>
                          </p:cTn>
                        </p:par>
                      </p:childTnLst>
                    </p:cTn>
                  </p:par>
                  <p:par>
                    <p:cTn id="328" fill="hold">
                      <p:stCondLst>
                        <p:cond delay="indefinite"/>
                      </p:stCondLst>
                      <p:childTnLst>
                        <p:par>
                          <p:cTn id="329" fill="hold">
                            <p:stCondLst>
                              <p:cond delay="0"/>
                            </p:stCondLst>
                            <p:childTnLst>
                              <p:par>
                                <p:cTn id="330" nodeType="clickEffect" fill="hold" presetClass="entr" presetID="42">
                                  <p:stCondLst>
                                    <p:cond delay="0"/>
                                  </p:stCondLst>
                                  <p:endCondLst>
                                    <p:cond delay="0" evt="begin"/>
                                  </p:endCondLst>
                                  <p:childTnLst>
                                    <p:set>
                                      <p:cBhvr>
                                        <p:cTn id="331" dur="1" fill="hold">
                                          <p:stCondLst>
                                            <p:cond delay="0"/>
                                          </p:stCondLst>
                                        </p:cTn>
                                        <p:tgtEl>
                                          <p:spTgt spid="547"/>
                                        </p:tgtEl>
                                        <p:attrNameLst>
                                          <p:attrName>style.visibility</p:attrName>
                                        </p:attrNameLst>
                                      </p:cBhvr>
                                      <p:to>
                                        <p:strVal val="visible"/>
                                      </p:to>
                                    </p:set>
                                    <p:animEffect filter="fade" transition="in">
                                      <p:cBhvr additive="repl">
                                        <p:cTn id="332" dur="1000"/>
                                        <p:tgtEl>
                                          <p:spTgt spid="547"/>
                                        </p:tgtEl>
                                      </p:cBhvr>
                                    </p:animEffect>
                                    <p:anim calcmode="lin" valueType="num">
                                      <p:cBhvr additive="repl">
                                        <p:cTn id="333" dur="1000" fill="hold"/>
                                        <p:tgtEl>
                                          <p:spTgt spid="547"/>
                                        </p:tgtEl>
                                        <p:attrNameLst>
                                          <p:attrName>ppt_x</p:attrName>
                                        </p:attrNameLst>
                                      </p:cBhvr>
                                      <p:tavLst>
                                        <p:tav tm="0">
                                          <p:val>
                                            <p:strVal val="#ppt_x"/>
                                          </p:val>
                                        </p:tav>
                                        <p:tav tm="100000">
                                          <p:val>
                                            <p:strVal val="#ppt_x"/>
                                          </p:val>
                                        </p:tav>
                                      </p:tavLst>
                                    </p:anim>
                                    <p:anim calcmode="lin" valueType="num">
                                      <p:cBhvr additive="repl">
                                        <p:cTn id="334" dur="1000" fill="hold"/>
                                        <p:tgtEl>
                                          <p:spTgt spid="547"/>
                                        </p:tgtEl>
                                        <p:attrNameLst>
                                          <p:attrName>ppt_y</p:attrName>
                                        </p:attrNameLst>
                                      </p:cBhvr>
                                      <p:tavLst>
                                        <p:tav tm="0">
                                          <p:val>
                                            <p:strVal val="#ppt_y+.1"/>
                                          </p:val>
                                        </p:tav>
                                        <p:tav tm="100000">
                                          <p:val>
                                            <p:strVal val="#ppt_y"/>
                                          </p:val>
                                        </p:tav>
                                      </p:tavLst>
                                    </p:anim>
                                  </p:childTnLst>
                                </p:cTn>
                              </p:par>
                            </p:childTnLst>
                          </p:cTn>
                        </p:par>
                      </p:childTnLst>
                    </p:cTn>
                  </p:par>
                  <p:par>
                    <p:cTn id="335" fill="hold">
                      <p:stCondLst>
                        <p:cond delay="indefinite"/>
                      </p:stCondLst>
                      <p:childTnLst>
                        <p:par>
                          <p:cTn id="336" fill="hold">
                            <p:stCondLst>
                              <p:cond delay="0"/>
                            </p:stCondLst>
                            <p:childTnLst>
                              <p:par>
                                <p:cTn id="337" nodeType="clickEffect" fill="hold" presetClass="entr" presetID="42">
                                  <p:stCondLst>
                                    <p:cond delay="0"/>
                                  </p:stCondLst>
                                  <p:endCondLst>
                                    <p:cond delay="0" evt="begin"/>
                                  </p:endCondLst>
                                  <p:childTnLst>
                                    <p:set>
                                      <p:cBhvr>
                                        <p:cTn id="338" dur="1" fill="hold">
                                          <p:stCondLst>
                                            <p:cond delay="0"/>
                                          </p:stCondLst>
                                        </p:cTn>
                                        <p:tgtEl>
                                          <p:spTgt spid="548"/>
                                        </p:tgtEl>
                                        <p:attrNameLst>
                                          <p:attrName>style.visibility</p:attrName>
                                        </p:attrNameLst>
                                      </p:cBhvr>
                                      <p:to>
                                        <p:strVal val="visible"/>
                                      </p:to>
                                    </p:set>
                                    <p:animEffect filter="fade" transition="in">
                                      <p:cBhvr additive="repl">
                                        <p:cTn id="339" dur="1000"/>
                                        <p:tgtEl>
                                          <p:spTgt spid="548"/>
                                        </p:tgtEl>
                                      </p:cBhvr>
                                    </p:animEffect>
                                    <p:anim calcmode="lin" valueType="num">
                                      <p:cBhvr additive="repl">
                                        <p:cTn id="340" dur="1000" fill="hold"/>
                                        <p:tgtEl>
                                          <p:spTgt spid="548"/>
                                        </p:tgtEl>
                                        <p:attrNameLst>
                                          <p:attrName>ppt_x</p:attrName>
                                        </p:attrNameLst>
                                      </p:cBhvr>
                                      <p:tavLst>
                                        <p:tav tm="0">
                                          <p:val>
                                            <p:strVal val="#ppt_x"/>
                                          </p:val>
                                        </p:tav>
                                        <p:tav tm="100000">
                                          <p:val>
                                            <p:strVal val="#ppt_x"/>
                                          </p:val>
                                        </p:tav>
                                      </p:tavLst>
                                    </p:anim>
                                    <p:anim calcmode="lin" valueType="num">
                                      <p:cBhvr additive="repl">
                                        <p:cTn id="341" dur="1000" fill="hold"/>
                                        <p:tgtEl>
                                          <p:spTgt spid="548"/>
                                        </p:tgtEl>
                                        <p:attrNameLst>
                                          <p:attrName>ppt_y</p:attrName>
                                        </p:attrNameLst>
                                      </p:cBhvr>
                                      <p:tavLst>
                                        <p:tav tm="0">
                                          <p:val>
                                            <p:strVal val="#ppt_y+.1"/>
                                          </p:val>
                                        </p:tav>
                                        <p:tav tm="100000">
                                          <p:val>
                                            <p:strVal val="#ppt_y"/>
                                          </p:val>
                                        </p:tav>
                                      </p:tavLst>
                                    </p:anim>
                                  </p:childTnLst>
                                </p:cTn>
                              </p:par>
                            </p:childTnLst>
                          </p:cTn>
                        </p:par>
                      </p:childTnLst>
                    </p:cTn>
                  </p:par>
                  <p:par>
                    <p:cTn id="342" fill="hold">
                      <p:stCondLst>
                        <p:cond delay="indefinite"/>
                      </p:stCondLst>
                      <p:childTnLst>
                        <p:par>
                          <p:cTn id="343" fill="hold">
                            <p:stCondLst>
                              <p:cond delay="0"/>
                            </p:stCondLst>
                            <p:childTnLst>
                              <p:par>
                                <p:cTn id="344" nodeType="clickEffect" fill="hold" presetClass="entr" presetID="42">
                                  <p:stCondLst>
                                    <p:cond delay="0"/>
                                  </p:stCondLst>
                                  <p:childTnLst>
                                    <p:set>
                                      <p:cBhvr>
                                        <p:cTn id="345" dur="1" fill="hold">
                                          <p:stCondLst>
                                            <p:cond delay="0"/>
                                          </p:stCondLst>
                                        </p:cTn>
                                        <p:tgtEl>
                                          <p:spTgt spid="549">
                                            <p:txEl>
                                              <p:pRg st="0" end="0"/>
                                            </p:txEl>
                                          </p:spTgt>
                                        </p:tgtEl>
                                        <p:attrNameLst>
                                          <p:attrName>style.visibility</p:attrName>
                                        </p:attrNameLst>
                                      </p:cBhvr>
                                      <p:to>
                                        <p:strVal val="visible"/>
                                      </p:to>
                                    </p:set>
                                    <p:animEffect filter="fade" transition="in">
                                      <p:cBhvr additive="repl">
                                        <p:cTn id="346" dur="1000"/>
                                        <p:tgtEl>
                                          <p:spTgt spid="549">
                                            <p:txEl>
                                              <p:pRg st="0" end="0"/>
                                            </p:txEl>
                                          </p:spTgt>
                                        </p:tgtEl>
                                      </p:cBhvr>
                                    </p:animEffect>
                                    <p:anim calcmode="lin" valueType="num">
                                      <p:cBhvr additive="repl">
                                        <p:cTn id="347" dur="1000" fill="hold"/>
                                        <p:tgtEl>
                                          <p:spTgt spid="549">
                                            <p:txEl>
                                              <p:pRg st="0" end="0"/>
                                            </p:txEl>
                                          </p:spTgt>
                                        </p:tgtEl>
                                        <p:attrNameLst>
                                          <p:attrName>ppt_x</p:attrName>
                                        </p:attrNameLst>
                                      </p:cBhvr>
                                      <p:tavLst>
                                        <p:tav tm="0">
                                          <p:val>
                                            <p:strVal val="#ppt_x"/>
                                          </p:val>
                                        </p:tav>
                                        <p:tav tm="100000">
                                          <p:val>
                                            <p:strVal val="#ppt_x"/>
                                          </p:val>
                                        </p:tav>
                                      </p:tavLst>
                                    </p:anim>
                                    <p:anim calcmode="lin" valueType="num">
                                      <p:cBhvr additive="repl">
                                        <p:cTn id="348" dur="1000" fill="hold"/>
                                        <p:tgtEl>
                                          <p:spTgt spid="54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1" name="Picture 10" descr=""/>
          <p:cNvPicPr/>
          <p:nvPr/>
        </p:nvPicPr>
        <p:blipFill>
          <a:blip r:embed="rId1"/>
          <a:srcRect l="0" t="96170" r="0" b="0"/>
          <a:stretch/>
        </p:blipFill>
        <p:spPr>
          <a:xfrm>
            <a:off x="676080" y="6472080"/>
            <a:ext cx="2142720" cy="192600"/>
          </a:xfrm>
          <a:prstGeom prst="rect">
            <a:avLst/>
          </a:prstGeom>
          <a:ln w="0">
            <a:noFill/>
          </a:ln>
        </p:spPr>
      </p:pic>
      <p:sp>
        <p:nvSpPr>
          <p:cNvPr id="552"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53" name="Text Placeholder 22"/>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54" name="Text Placeholder 23"/>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55"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56" name="" descr=""/>
          <p:cNvPicPr/>
          <p:nvPr/>
        </p:nvPicPr>
        <p:blipFill>
          <a:blip r:embed="rId2"/>
          <a:stretch/>
        </p:blipFill>
        <p:spPr>
          <a:xfrm>
            <a:off x="457200" y="1074960"/>
            <a:ext cx="9473760" cy="5325840"/>
          </a:xfrm>
          <a:prstGeom prst="rect">
            <a:avLst/>
          </a:prstGeom>
          <a:ln w="0">
            <a:noFill/>
          </a:ln>
        </p:spPr>
      </p:pic>
    </p:spTree>
  </p:cSld>
  <mc:AlternateContent>
    <mc:Choice Requires="p14">
      <p:transition spd="slow" p14:dur="2000"/>
    </mc:Choice>
    <mc:Fallback>
      <p:transition spd="slow"/>
    </mc:Fallback>
  </mc:AlternateContent>
  <p:timing>
    <p:tnLst>
      <p:par>
        <p:cTn id="349" dur="indefinite" restart="never" nodeType="tmRoot">
          <p:childTnLst>
            <p:seq>
              <p:cTn id="350" dur="indefinite" nodeType="mainSeq">
                <p:childTnLst>
                  <p:par>
                    <p:cTn id="351" fill="hold">
                      <p:stCondLst>
                        <p:cond delay="indefinite"/>
                      </p:stCondLst>
                      <p:childTnLst>
                        <p:par>
                          <p:cTn id="352" fill="hold">
                            <p:stCondLst>
                              <p:cond delay="0"/>
                            </p:stCondLst>
                            <p:childTnLst>
                              <p:par>
                                <p:cTn id="353" nodeType="clickEffect" fill="hold" presetClass="entr" presetID="53" presetSubtype="16">
                                  <p:stCondLst>
                                    <p:cond delay="0"/>
                                  </p:stCondLst>
                                  <p:childTnLst>
                                    <p:set>
                                      <p:cBhvr>
                                        <p:cTn id="354" dur="1" fill="hold">
                                          <p:stCondLst>
                                            <p:cond delay="0"/>
                                          </p:stCondLst>
                                        </p:cTn>
                                        <p:tgtEl>
                                          <p:spTgt spid="552"/>
                                        </p:tgtEl>
                                        <p:attrNameLst>
                                          <p:attrName>style.visibility</p:attrName>
                                        </p:attrNameLst>
                                      </p:cBhvr>
                                      <p:to>
                                        <p:strVal val="visible"/>
                                      </p:to>
                                    </p:set>
                                    <p:anim calcmode="lin" valueType="num">
                                      <p:cBhvr additive="repl">
                                        <p:cTn id="355" dur="500" fill="hold"/>
                                        <p:tgtEl>
                                          <p:spTgt spid="552"/>
                                        </p:tgtEl>
                                        <p:attrNameLst>
                                          <p:attrName>ppt_w</p:attrName>
                                        </p:attrNameLst>
                                      </p:cBhvr>
                                      <p:tavLst>
                                        <p:tav tm="0">
                                          <p:val>
                                            <p:strVal val="0"/>
                                          </p:val>
                                        </p:tav>
                                        <p:tav tm="100000">
                                          <p:val>
                                            <p:strVal val="#ppt_w"/>
                                          </p:val>
                                        </p:tav>
                                      </p:tavLst>
                                    </p:anim>
                                    <p:anim calcmode="lin" valueType="num">
                                      <p:cBhvr additive="repl">
                                        <p:cTn id="356" dur="500" fill="hold"/>
                                        <p:tgtEl>
                                          <p:spTgt spid="552"/>
                                        </p:tgtEl>
                                        <p:attrNameLst>
                                          <p:attrName>ppt_h</p:attrName>
                                        </p:attrNameLst>
                                      </p:cBhvr>
                                      <p:tavLst>
                                        <p:tav tm="0">
                                          <p:val>
                                            <p:strVal val="0"/>
                                          </p:val>
                                        </p:tav>
                                        <p:tav tm="100000">
                                          <p:val>
                                            <p:strVal val="#ppt_h"/>
                                          </p:val>
                                        </p:tav>
                                      </p:tavLst>
                                    </p:anim>
                                    <p:animEffect filter="fade" transition="in">
                                      <p:cBhvr additive="repl">
                                        <p:cTn id="357" dur="500"/>
                                        <p:tgtEl>
                                          <p:spTgt spid="552"/>
                                        </p:tgtEl>
                                      </p:cBhvr>
                                    </p:animEffect>
                                  </p:childTnLst>
                                </p:cTn>
                              </p:par>
                            </p:childTnLst>
                          </p:cTn>
                        </p:par>
                      </p:childTnLst>
                    </p:cTn>
                  </p:par>
                  <p:par>
                    <p:cTn id="358" fill="hold">
                      <p:stCondLst>
                        <p:cond delay="indefinite"/>
                      </p:stCondLst>
                      <p:childTnLst>
                        <p:par>
                          <p:cTn id="359" fill="hold">
                            <p:stCondLst>
                              <p:cond delay="0"/>
                            </p:stCondLst>
                            <p:childTnLst>
                              <p:par>
                                <p:cTn id="360" nodeType="clickEffect" fill="hold" presetClass="entr" presetID="42">
                                  <p:stCondLst>
                                    <p:cond delay="0"/>
                                  </p:stCondLst>
                                  <p:endCondLst>
                                    <p:cond delay="0" evt="begin"/>
                                  </p:endCondLst>
                                  <p:childTnLst>
                                    <p:set>
                                      <p:cBhvr>
                                        <p:cTn id="361" dur="1" fill="hold">
                                          <p:stCondLst>
                                            <p:cond delay="0"/>
                                          </p:stCondLst>
                                        </p:cTn>
                                        <p:tgtEl>
                                          <p:spTgt spid="553"/>
                                        </p:tgtEl>
                                        <p:attrNameLst>
                                          <p:attrName>style.visibility</p:attrName>
                                        </p:attrNameLst>
                                      </p:cBhvr>
                                      <p:to>
                                        <p:strVal val="visible"/>
                                      </p:to>
                                    </p:set>
                                    <p:animEffect filter="fade" transition="in">
                                      <p:cBhvr additive="repl">
                                        <p:cTn id="362" dur="1000"/>
                                        <p:tgtEl>
                                          <p:spTgt spid="553"/>
                                        </p:tgtEl>
                                      </p:cBhvr>
                                    </p:animEffect>
                                    <p:anim calcmode="lin" valueType="num">
                                      <p:cBhvr additive="repl">
                                        <p:cTn id="363" dur="1000" fill="hold"/>
                                        <p:tgtEl>
                                          <p:spTgt spid="553"/>
                                        </p:tgtEl>
                                        <p:attrNameLst>
                                          <p:attrName>ppt_x</p:attrName>
                                        </p:attrNameLst>
                                      </p:cBhvr>
                                      <p:tavLst>
                                        <p:tav tm="0">
                                          <p:val>
                                            <p:strVal val="#ppt_x"/>
                                          </p:val>
                                        </p:tav>
                                        <p:tav tm="100000">
                                          <p:val>
                                            <p:strVal val="#ppt_x"/>
                                          </p:val>
                                        </p:tav>
                                      </p:tavLst>
                                    </p:anim>
                                    <p:anim calcmode="lin" valueType="num">
                                      <p:cBhvr additive="repl">
                                        <p:cTn id="364" dur="1000" fill="hold"/>
                                        <p:tgtEl>
                                          <p:spTgt spid="553"/>
                                        </p:tgtEl>
                                        <p:attrNameLst>
                                          <p:attrName>ppt_y</p:attrName>
                                        </p:attrNameLst>
                                      </p:cBhvr>
                                      <p:tavLst>
                                        <p:tav tm="0">
                                          <p:val>
                                            <p:strVal val="#ppt_y+.1"/>
                                          </p:val>
                                        </p:tav>
                                        <p:tav tm="100000">
                                          <p:val>
                                            <p:strVal val="#ppt_y"/>
                                          </p:val>
                                        </p:tav>
                                      </p:tavLst>
                                    </p:anim>
                                  </p:childTnLst>
                                </p:cTn>
                              </p:par>
                            </p:childTnLst>
                          </p:cTn>
                        </p:par>
                      </p:childTnLst>
                    </p:cTn>
                  </p:par>
                  <p:par>
                    <p:cTn id="365" fill="hold">
                      <p:stCondLst>
                        <p:cond delay="indefinite"/>
                      </p:stCondLst>
                      <p:childTnLst>
                        <p:par>
                          <p:cTn id="366" fill="hold">
                            <p:stCondLst>
                              <p:cond delay="0"/>
                            </p:stCondLst>
                            <p:childTnLst>
                              <p:par>
                                <p:cTn id="367" nodeType="clickEffect" fill="hold" presetClass="entr" presetID="42">
                                  <p:stCondLst>
                                    <p:cond delay="0"/>
                                  </p:stCondLst>
                                  <p:endCondLst>
                                    <p:cond delay="0" evt="begin"/>
                                  </p:endCondLst>
                                  <p:childTnLst>
                                    <p:set>
                                      <p:cBhvr>
                                        <p:cTn id="368" dur="1" fill="hold">
                                          <p:stCondLst>
                                            <p:cond delay="0"/>
                                          </p:stCondLst>
                                        </p:cTn>
                                        <p:tgtEl>
                                          <p:spTgt spid="554"/>
                                        </p:tgtEl>
                                        <p:attrNameLst>
                                          <p:attrName>style.visibility</p:attrName>
                                        </p:attrNameLst>
                                      </p:cBhvr>
                                      <p:to>
                                        <p:strVal val="visible"/>
                                      </p:to>
                                    </p:set>
                                    <p:animEffect filter="fade" transition="in">
                                      <p:cBhvr additive="repl">
                                        <p:cTn id="369" dur="1000"/>
                                        <p:tgtEl>
                                          <p:spTgt spid="554"/>
                                        </p:tgtEl>
                                      </p:cBhvr>
                                    </p:animEffect>
                                    <p:anim calcmode="lin" valueType="num">
                                      <p:cBhvr additive="repl">
                                        <p:cTn id="370" dur="1000" fill="hold"/>
                                        <p:tgtEl>
                                          <p:spTgt spid="554"/>
                                        </p:tgtEl>
                                        <p:attrNameLst>
                                          <p:attrName>ppt_x</p:attrName>
                                        </p:attrNameLst>
                                      </p:cBhvr>
                                      <p:tavLst>
                                        <p:tav tm="0">
                                          <p:val>
                                            <p:strVal val="#ppt_x"/>
                                          </p:val>
                                        </p:tav>
                                        <p:tav tm="100000">
                                          <p:val>
                                            <p:strVal val="#ppt_x"/>
                                          </p:val>
                                        </p:tav>
                                      </p:tavLst>
                                    </p:anim>
                                    <p:anim calcmode="lin" valueType="num">
                                      <p:cBhvr additive="repl">
                                        <p:cTn id="371" dur="1000" fill="hold"/>
                                        <p:tgtEl>
                                          <p:spTgt spid="554"/>
                                        </p:tgtEl>
                                        <p:attrNameLst>
                                          <p:attrName>ppt_y</p:attrName>
                                        </p:attrNameLst>
                                      </p:cBhvr>
                                      <p:tavLst>
                                        <p:tav tm="0">
                                          <p:val>
                                            <p:strVal val="#ppt_y+.1"/>
                                          </p:val>
                                        </p:tav>
                                        <p:tav tm="100000">
                                          <p:val>
                                            <p:strVal val="#ppt_y"/>
                                          </p:val>
                                        </p:tav>
                                      </p:tavLst>
                                    </p:anim>
                                  </p:childTnLst>
                                </p:cTn>
                              </p:par>
                            </p:childTnLst>
                          </p:cTn>
                        </p:par>
                      </p:childTnLst>
                    </p:cTn>
                  </p:par>
                  <p:par>
                    <p:cTn id="372" fill="hold">
                      <p:stCondLst>
                        <p:cond delay="indefinite"/>
                      </p:stCondLst>
                      <p:childTnLst>
                        <p:par>
                          <p:cTn id="373" fill="hold">
                            <p:stCondLst>
                              <p:cond delay="0"/>
                            </p:stCondLst>
                            <p:childTnLst>
                              <p:par>
                                <p:cTn id="374" nodeType="clickEffect" fill="hold" presetClass="entr" presetID="42">
                                  <p:stCondLst>
                                    <p:cond delay="0"/>
                                  </p:stCondLst>
                                  <p:childTnLst>
                                    <p:set>
                                      <p:cBhvr>
                                        <p:cTn id="375" dur="1" fill="hold">
                                          <p:stCondLst>
                                            <p:cond delay="0"/>
                                          </p:stCondLst>
                                        </p:cTn>
                                        <p:tgtEl>
                                          <p:spTgt spid="555">
                                            <p:txEl>
                                              <p:pRg st="0" end="0"/>
                                            </p:txEl>
                                          </p:spTgt>
                                        </p:tgtEl>
                                        <p:attrNameLst>
                                          <p:attrName>style.visibility</p:attrName>
                                        </p:attrNameLst>
                                      </p:cBhvr>
                                      <p:to>
                                        <p:strVal val="visible"/>
                                      </p:to>
                                    </p:set>
                                    <p:animEffect filter="fade" transition="in">
                                      <p:cBhvr additive="repl">
                                        <p:cTn id="376" dur="1000"/>
                                        <p:tgtEl>
                                          <p:spTgt spid="555">
                                            <p:txEl>
                                              <p:pRg st="0" end="0"/>
                                            </p:txEl>
                                          </p:spTgt>
                                        </p:tgtEl>
                                      </p:cBhvr>
                                    </p:animEffect>
                                    <p:anim calcmode="lin" valueType="num">
                                      <p:cBhvr additive="repl">
                                        <p:cTn id="377" dur="1000" fill="hold"/>
                                        <p:tgtEl>
                                          <p:spTgt spid="555">
                                            <p:txEl>
                                              <p:pRg st="0" end="0"/>
                                            </p:txEl>
                                          </p:spTgt>
                                        </p:tgtEl>
                                        <p:attrNameLst>
                                          <p:attrName>ppt_x</p:attrName>
                                        </p:attrNameLst>
                                      </p:cBhvr>
                                      <p:tavLst>
                                        <p:tav tm="0">
                                          <p:val>
                                            <p:strVal val="#ppt_x"/>
                                          </p:val>
                                        </p:tav>
                                        <p:tav tm="100000">
                                          <p:val>
                                            <p:strVal val="#ppt_x"/>
                                          </p:val>
                                        </p:tav>
                                      </p:tavLst>
                                    </p:anim>
                                    <p:anim calcmode="lin" valueType="num">
                                      <p:cBhvr additive="repl">
                                        <p:cTn id="378" dur="1000" fill="hold"/>
                                        <p:tgtEl>
                                          <p:spTgt spid="55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7" name="Picture 13" descr=""/>
          <p:cNvPicPr/>
          <p:nvPr/>
        </p:nvPicPr>
        <p:blipFill>
          <a:blip r:embed="rId1"/>
          <a:srcRect l="0" t="96170" r="0" b="0"/>
          <a:stretch/>
        </p:blipFill>
        <p:spPr>
          <a:xfrm>
            <a:off x="676080" y="6472080"/>
            <a:ext cx="2142720" cy="192600"/>
          </a:xfrm>
          <a:prstGeom prst="rect">
            <a:avLst/>
          </a:prstGeom>
          <a:ln w="0">
            <a:noFill/>
          </a:ln>
        </p:spPr>
      </p:pic>
      <p:sp>
        <p:nvSpPr>
          <p:cNvPr id="558"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59" name="Text Placeholder 33"/>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60" name="Text Placeholder 34"/>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61"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62" name="" descr=""/>
          <p:cNvPicPr/>
          <p:nvPr/>
        </p:nvPicPr>
        <p:blipFill>
          <a:blip r:embed="rId2"/>
          <a:stretch/>
        </p:blipFill>
        <p:spPr>
          <a:xfrm>
            <a:off x="813240" y="1146240"/>
            <a:ext cx="9473760" cy="5325840"/>
          </a:xfrm>
          <a:prstGeom prst="rect">
            <a:avLst/>
          </a:prstGeom>
          <a:ln w="0">
            <a:noFill/>
          </a:ln>
        </p:spPr>
      </p:pic>
    </p:spTree>
  </p:cSld>
  <mc:AlternateContent>
    <mc:Choice Requires="p14">
      <p:transition spd="slow" p14:dur="2000"/>
    </mc:Choice>
    <mc:Fallback>
      <p:transition spd="slow"/>
    </mc:Fallback>
  </mc:AlternateContent>
  <p:timing>
    <p:tnLst>
      <p:par>
        <p:cTn id="379" dur="indefinite" restart="never" nodeType="tmRoot">
          <p:childTnLst>
            <p:seq>
              <p:cTn id="380" dur="indefinite" nodeType="mainSeq">
                <p:childTnLst>
                  <p:par>
                    <p:cTn id="381" fill="hold">
                      <p:stCondLst>
                        <p:cond delay="indefinite"/>
                      </p:stCondLst>
                      <p:childTnLst>
                        <p:par>
                          <p:cTn id="382" fill="hold">
                            <p:stCondLst>
                              <p:cond delay="0"/>
                            </p:stCondLst>
                            <p:childTnLst>
                              <p:par>
                                <p:cTn id="383" nodeType="clickEffect" fill="hold" presetClass="entr" presetID="53" presetSubtype="16">
                                  <p:stCondLst>
                                    <p:cond delay="0"/>
                                  </p:stCondLst>
                                  <p:childTnLst>
                                    <p:set>
                                      <p:cBhvr>
                                        <p:cTn id="384" dur="1" fill="hold">
                                          <p:stCondLst>
                                            <p:cond delay="0"/>
                                          </p:stCondLst>
                                        </p:cTn>
                                        <p:tgtEl>
                                          <p:spTgt spid="558"/>
                                        </p:tgtEl>
                                        <p:attrNameLst>
                                          <p:attrName>style.visibility</p:attrName>
                                        </p:attrNameLst>
                                      </p:cBhvr>
                                      <p:to>
                                        <p:strVal val="visible"/>
                                      </p:to>
                                    </p:set>
                                    <p:anim calcmode="lin" valueType="num">
                                      <p:cBhvr additive="repl">
                                        <p:cTn id="385" dur="500" fill="hold"/>
                                        <p:tgtEl>
                                          <p:spTgt spid="558"/>
                                        </p:tgtEl>
                                        <p:attrNameLst>
                                          <p:attrName>ppt_w</p:attrName>
                                        </p:attrNameLst>
                                      </p:cBhvr>
                                      <p:tavLst>
                                        <p:tav tm="0">
                                          <p:val>
                                            <p:strVal val="0"/>
                                          </p:val>
                                        </p:tav>
                                        <p:tav tm="100000">
                                          <p:val>
                                            <p:strVal val="#ppt_w"/>
                                          </p:val>
                                        </p:tav>
                                      </p:tavLst>
                                    </p:anim>
                                    <p:anim calcmode="lin" valueType="num">
                                      <p:cBhvr additive="repl">
                                        <p:cTn id="386" dur="500" fill="hold"/>
                                        <p:tgtEl>
                                          <p:spTgt spid="558"/>
                                        </p:tgtEl>
                                        <p:attrNameLst>
                                          <p:attrName>ppt_h</p:attrName>
                                        </p:attrNameLst>
                                      </p:cBhvr>
                                      <p:tavLst>
                                        <p:tav tm="0">
                                          <p:val>
                                            <p:strVal val="0"/>
                                          </p:val>
                                        </p:tav>
                                        <p:tav tm="100000">
                                          <p:val>
                                            <p:strVal val="#ppt_h"/>
                                          </p:val>
                                        </p:tav>
                                      </p:tavLst>
                                    </p:anim>
                                    <p:animEffect filter="fade" transition="in">
                                      <p:cBhvr additive="repl">
                                        <p:cTn id="387" dur="500"/>
                                        <p:tgtEl>
                                          <p:spTgt spid="558"/>
                                        </p:tgtEl>
                                      </p:cBhvr>
                                    </p:animEffect>
                                  </p:childTnLst>
                                </p:cTn>
                              </p:par>
                            </p:childTnLst>
                          </p:cTn>
                        </p:par>
                      </p:childTnLst>
                    </p:cTn>
                  </p:par>
                  <p:par>
                    <p:cTn id="388" fill="hold">
                      <p:stCondLst>
                        <p:cond delay="indefinite"/>
                      </p:stCondLst>
                      <p:childTnLst>
                        <p:par>
                          <p:cTn id="389" fill="hold">
                            <p:stCondLst>
                              <p:cond delay="0"/>
                            </p:stCondLst>
                            <p:childTnLst>
                              <p:par>
                                <p:cTn id="390" nodeType="clickEffect" fill="hold" presetClass="entr" presetID="42">
                                  <p:stCondLst>
                                    <p:cond delay="0"/>
                                  </p:stCondLst>
                                  <p:endCondLst>
                                    <p:cond delay="0" evt="begin"/>
                                  </p:endCondLst>
                                  <p:childTnLst>
                                    <p:set>
                                      <p:cBhvr>
                                        <p:cTn id="391" dur="1" fill="hold">
                                          <p:stCondLst>
                                            <p:cond delay="0"/>
                                          </p:stCondLst>
                                        </p:cTn>
                                        <p:tgtEl>
                                          <p:spTgt spid="559"/>
                                        </p:tgtEl>
                                        <p:attrNameLst>
                                          <p:attrName>style.visibility</p:attrName>
                                        </p:attrNameLst>
                                      </p:cBhvr>
                                      <p:to>
                                        <p:strVal val="visible"/>
                                      </p:to>
                                    </p:set>
                                    <p:animEffect filter="fade" transition="in">
                                      <p:cBhvr additive="repl">
                                        <p:cTn id="392" dur="1000"/>
                                        <p:tgtEl>
                                          <p:spTgt spid="559"/>
                                        </p:tgtEl>
                                      </p:cBhvr>
                                    </p:animEffect>
                                    <p:anim calcmode="lin" valueType="num">
                                      <p:cBhvr additive="repl">
                                        <p:cTn id="393" dur="1000" fill="hold"/>
                                        <p:tgtEl>
                                          <p:spTgt spid="559"/>
                                        </p:tgtEl>
                                        <p:attrNameLst>
                                          <p:attrName>ppt_x</p:attrName>
                                        </p:attrNameLst>
                                      </p:cBhvr>
                                      <p:tavLst>
                                        <p:tav tm="0">
                                          <p:val>
                                            <p:strVal val="#ppt_x"/>
                                          </p:val>
                                        </p:tav>
                                        <p:tav tm="100000">
                                          <p:val>
                                            <p:strVal val="#ppt_x"/>
                                          </p:val>
                                        </p:tav>
                                      </p:tavLst>
                                    </p:anim>
                                    <p:anim calcmode="lin" valueType="num">
                                      <p:cBhvr additive="repl">
                                        <p:cTn id="394" dur="1000" fill="hold"/>
                                        <p:tgtEl>
                                          <p:spTgt spid="559"/>
                                        </p:tgtEl>
                                        <p:attrNameLst>
                                          <p:attrName>ppt_y</p:attrName>
                                        </p:attrNameLst>
                                      </p:cBhvr>
                                      <p:tavLst>
                                        <p:tav tm="0">
                                          <p:val>
                                            <p:strVal val="#ppt_y+.1"/>
                                          </p:val>
                                        </p:tav>
                                        <p:tav tm="100000">
                                          <p:val>
                                            <p:strVal val="#ppt_y"/>
                                          </p:val>
                                        </p:tav>
                                      </p:tavLst>
                                    </p:anim>
                                  </p:childTnLst>
                                </p:cTn>
                              </p:par>
                            </p:childTnLst>
                          </p:cTn>
                        </p:par>
                      </p:childTnLst>
                    </p:cTn>
                  </p:par>
                  <p:par>
                    <p:cTn id="395" fill="hold">
                      <p:stCondLst>
                        <p:cond delay="indefinite"/>
                      </p:stCondLst>
                      <p:childTnLst>
                        <p:par>
                          <p:cTn id="396" fill="hold">
                            <p:stCondLst>
                              <p:cond delay="0"/>
                            </p:stCondLst>
                            <p:childTnLst>
                              <p:par>
                                <p:cTn id="397" nodeType="clickEffect" fill="hold" presetClass="entr" presetID="42">
                                  <p:stCondLst>
                                    <p:cond delay="0"/>
                                  </p:stCondLst>
                                  <p:endCondLst>
                                    <p:cond delay="0" evt="begin"/>
                                  </p:endCondLst>
                                  <p:childTnLst>
                                    <p:set>
                                      <p:cBhvr>
                                        <p:cTn id="398" dur="1" fill="hold">
                                          <p:stCondLst>
                                            <p:cond delay="0"/>
                                          </p:stCondLst>
                                        </p:cTn>
                                        <p:tgtEl>
                                          <p:spTgt spid="560"/>
                                        </p:tgtEl>
                                        <p:attrNameLst>
                                          <p:attrName>style.visibility</p:attrName>
                                        </p:attrNameLst>
                                      </p:cBhvr>
                                      <p:to>
                                        <p:strVal val="visible"/>
                                      </p:to>
                                    </p:set>
                                    <p:animEffect filter="fade" transition="in">
                                      <p:cBhvr additive="repl">
                                        <p:cTn id="399" dur="1000"/>
                                        <p:tgtEl>
                                          <p:spTgt spid="560"/>
                                        </p:tgtEl>
                                      </p:cBhvr>
                                    </p:animEffect>
                                    <p:anim calcmode="lin" valueType="num">
                                      <p:cBhvr additive="repl">
                                        <p:cTn id="400" dur="1000" fill="hold"/>
                                        <p:tgtEl>
                                          <p:spTgt spid="560"/>
                                        </p:tgtEl>
                                        <p:attrNameLst>
                                          <p:attrName>ppt_x</p:attrName>
                                        </p:attrNameLst>
                                      </p:cBhvr>
                                      <p:tavLst>
                                        <p:tav tm="0">
                                          <p:val>
                                            <p:strVal val="#ppt_x"/>
                                          </p:val>
                                        </p:tav>
                                        <p:tav tm="100000">
                                          <p:val>
                                            <p:strVal val="#ppt_x"/>
                                          </p:val>
                                        </p:tav>
                                      </p:tavLst>
                                    </p:anim>
                                    <p:anim calcmode="lin" valueType="num">
                                      <p:cBhvr additive="repl">
                                        <p:cTn id="401" dur="1000" fill="hold"/>
                                        <p:tgtEl>
                                          <p:spTgt spid="560"/>
                                        </p:tgtEl>
                                        <p:attrNameLst>
                                          <p:attrName>ppt_y</p:attrName>
                                        </p:attrNameLst>
                                      </p:cBhvr>
                                      <p:tavLst>
                                        <p:tav tm="0">
                                          <p:val>
                                            <p:strVal val="#ppt_y+.1"/>
                                          </p:val>
                                        </p:tav>
                                        <p:tav tm="100000">
                                          <p:val>
                                            <p:strVal val="#ppt_y"/>
                                          </p:val>
                                        </p:tav>
                                      </p:tavLst>
                                    </p:anim>
                                  </p:childTnLst>
                                </p:cTn>
                              </p:par>
                            </p:childTnLst>
                          </p:cTn>
                        </p:par>
                      </p:childTnLst>
                    </p:cTn>
                  </p:par>
                  <p:par>
                    <p:cTn id="402" fill="hold">
                      <p:stCondLst>
                        <p:cond delay="indefinite"/>
                      </p:stCondLst>
                      <p:childTnLst>
                        <p:par>
                          <p:cTn id="403" fill="hold">
                            <p:stCondLst>
                              <p:cond delay="0"/>
                            </p:stCondLst>
                            <p:childTnLst>
                              <p:par>
                                <p:cTn id="404" nodeType="clickEffect" fill="hold" presetClass="entr" presetID="42">
                                  <p:stCondLst>
                                    <p:cond delay="0"/>
                                  </p:stCondLst>
                                  <p:childTnLst>
                                    <p:set>
                                      <p:cBhvr>
                                        <p:cTn id="405" dur="1" fill="hold">
                                          <p:stCondLst>
                                            <p:cond delay="0"/>
                                          </p:stCondLst>
                                        </p:cTn>
                                        <p:tgtEl>
                                          <p:spTgt spid="561">
                                            <p:txEl>
                                              <p:pRg st="0" end="0"/>
                                            </p:txEl>
                                          </p:spTgt>
                                        </p:tgtEl>
                                        <p:attrNameLst>
                                          <p:attrName>style.visibility</p:attrName>
                                        </p:attrNameLst>
                                      </p:cBhvr>
                                      <p:to>
                                        <p:strVal val="visible"/>
                                      </p:to>
                                    </p:set>
                                    <p:animEffect filter="fade" transition="in">
                                      <p:cBhvr additive="repl">
                                        <p:cTn id="406" dur="1000"/>
                                        <p:tgtEl>
                                          <p:spTgt spid="561">
                                            <p:txEl>
                                              <p:pRg st="0" end="0"/>
                                            </p:txEl>
                                          </p:spTgt>
                                        </p:tgtEl>
                                      </p:cBhvr>
                                    </p:animEffect>
                                    <p:anim calcmode="lin" valueType="num">
                                      <p:cBhvr additive="repl">
                                        <p:cTn id="407" dur="1000" fill="hold"/>
                                        <p:tgtEl>
                                          <p:spTgt spid="561">
                                            <p:txEl>
                                              <p:pRg st="0" end="0"/>
                                            </p:txEl>
                                          </p:spTgt>
                                        </p:tgtEl>
                                        <p:attrNameLst>
                                          <p:attrName>ppt_x</p:attrName>
                                        </p:attrNameLst>
                                      </p:cBhvr>
                                      <p:tavLst>
                                        <p:tav tm="0">
                                          <p:val>
                                            <p:strVal val="#ppt_x"/>
                                          </p:val>
                                        </p:tav>
                                        <p:tav tm="100000">
                                          <p:val>
                                            <p:strVal val="#ppt_x"/>
                                          </p:val>
                                        </p:tav>
                                      </p:tavLst>
                                    </p:anim>
                                    <p:anim calcmode="lin" valueType="num">
                                      <p:cBhvr additive="repl">
                                        <p:cTn id="408" dur="1000" fill="hold"/>
                                        <p:tgtEl>
                                          <p:spTgt spid="56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3" name="Picture 12" descr=""/>
          <p:cNvPicPr/>
          <p:nvPr/>
        </p:nvPicPr>
        <p:blipFill>
          <a:blip r:embed="rId1"/>
          <a:srcRect l="0" t="96170" r="0" b="0"/>
          <a:stretch/>
        </p:blipFill>
        <p:spPr>
          <a:xfrm>
            <a:off x="676080" y="6472080"/>
            <a:ext cx="2142720" cy="192600"/>
          </a:xfrm>
          <a:prstGeom prst="rect">
            <a:avLst/>
          </a:prstGeom>
          <a:ln w="0">
            <a:noFill/>
          </a:ln>
        </p:spPr>
      </p:pic>
      <p:sp>
        <p:nvSpPr>
          <p:cNvPr id="564"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65" name="Text Placeholder 29"/>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66" name="Text Placeholder 31"/>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67"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68" name="" descr=""/>
          <p:cNvPicPr/>
          <p:nvPr/>
        </p:nvPicPr>
        <p:blipFill>
          <a:blip r:embed="rId2"/>
          <a:stretch/>
        </p:blipFill>
        <p:spPr>
          <a:xfrm>
            <a:off x="813240" y="1143000"/>
            <a:ext cx="9930960" cy="5582880"/>
          </a:xfrm>
          <a:prstGeom prst="rect">
            <a:avLst/>
          </a:prstGeom>
          <a:ln w="0">
            <a:noFill/>
          </a:ln>
        </p:spPr>
      </p:pic>
    </p:spTree>
  </p:cSld>
  <mc:AlternateContent>
    <mc:Choice Requires="p14">
      <p:transition spd="slow" p14:dur="2000"/>
    </mc:Choice>
    <mc:Fallback>
      <p:transition spd="slow"/>
    </mc:Fallback>
  </mc:AlternateContent>
  <p:timing>
    <p:tnLst>
      <p:par>
        <p:cTn id="409" dur="indefinite" restart="never" nodeType="tmRoot">
          <p:childTnLst>
            <p:seq>
              <p:cTn id="410" dur="indefinite" nodeType="mainSeq">
                <p:childTnLst>
                  <p:par>
                    <p:cTn id="411" fill="hold">
                      <p:stCondLst>
                        <p:cond delay="indefinite"/>
                      </p:stCondLst>
                      <p:childTnLst>
                        <p:par>
                          <p:cTn id="412" fill="hold">
                            <p:stCondLst>
                              <p:cond delay="0"/>
                            </p:stCondLst>
                            <p:childTnLst>
                              <p:par>
                                <p:cTn id="413" nodeType="clickEffect" fill="hold" presetClass="entr" presetID="53" presetSubtype="16">
                                  <p:stCondLst>
                                    <p:cond delay="0"/>
                                  </p:stCondLst>
                                  <p:childTnLst>
                                    <p:set>
                                      <p:cBhvr>
                                        <p:cTn id="414" dur="1" fill="hold">
                                          <p:stCondLst>
                                            <p:cond delay="0"/>
                                          </p:stCondLst>
                                        </p:cTn>
                                        <p:tgtEl>
                                          <p:spTgt spid="564"/>
                                        </p:tgtEl>
                                        <p:attrNameLst>
                                          <p:attrName>style.visibility</p:attrName>
                                        </p:attrNameLst>
                                      </p:cBhvr>
                                      <p:to>
                                        <p:strVal val="visible"/>
                                      </p:to>
                                    </p:set>
                                    <p:anim calcmode="lin" valueType="num">
                                      <p:cBhvr additive="repl">
                                        <p:cTn id="415" dur="500" fill="hold"/>
                                        <p:tgtEl>
                                          <p:spTgt spid="564"/>
                                        </p:tgtEl>
                                        <p:attrNameLst>
                                          <p:attrName>ppt_w</p:attrName>
                                        </p:attrNameLst>
                                      </p:cBhvr>
                                      <p:tavLst>
                                        <p:tav tm="0">
                                          <p:val>
                                            <p:strVal val="0"/>
                                          </p:val>
                                        </p:tav>
                                        <p:tav tm="100000">
                                          <p:val>
                                            <p:strVal val="#ppt_w"/>
                                          </p:val>
                                        </p:tav>
                                      </p:tavLst>
                                    </p:anim>
                                    <p:anim calcmode="lin" valueType="num">
                                      <p:cBhvr additive="repl">
                                        <p:cTn id="416" dur="500" fill="hold"/>
                                        <p:tgtEl>
                                          <p:spTgt spid="564"/>
                                        </p:tgtEl>
                                        <p:attrNameLst>
                                          <p:attrName>ppt_h</p:attrName>
                                        </p:attrNameLst>
                                      </p:cBhvr>
                                      <p:tavLst>
                                        <p:tav tm="0">
                                          <p:val>
                                            <p:strVal val="0"/>
                                          </p:val>
                                        </p:tav>
                                        <p:tav tm="100000">
                                          <p:val>
                                            <p:strVal val="#ppt_h"/>
                                          </p:val>
                                        </p:tav>
                                      </p:tavLst>
                                    </p:anim>
                                    <p:animEffect filter="fade" transition="in">
                                      <p:cBhvr additive="repl">
                                        <p:cTn id="417" dur="500"/>
                                        <p:tgtEl>
                                          <p:spTgt spid="564"/>
                                        </p:tgtEl>
                                      </p:cBhvr>
                                    </p:animEffect>
                                  </p:childTnLst>
                                </p:cTn>
                              </p:par>
                            </p:childTnLst>
                          </p:cTn>
                        </p:par>
                      </p:childTnLst>
                    </p:cTn>
                  </p:par>
                  <p:par>
                    <p:cTn id="418" fill="hold">
                      <p:stCondLst>
                        <p:cond delay="indefinite"/>
                      </p:stCondLst>
                      <p:childTnLst>
                        <p:par>
                          <p:cTn id="419" fill="hold">
                            <p:stCondLst>
                              <p:cond delay="0"/>
                            </p:stCondLst>
                            <p:childTnLst>
                              <p:par>
                                <p:cTn id="420" nodeType="clickEffect" fill="hold" presetClass="entr" presetID="42">
                                  <p:stCondLst>
                                    <p:cond delay="0"/>
                                  </p:stCondLst>
                                  <p:endCondLst>
                                    <p:cond delay="0" evt="begin"/>
                                  </p:endCondLst>
                                  <p:childTnLst>
                                    <p:set>
                                      <p:cBhvr>
                                        <p:cTn id="421" dur="1" fill="hold">
                                          <p:stCondLst>
                                            <p:cond delay="0"/>
                                          </p:stCondLst>
                                        </p:cTn>
                                        <p:tgtEl>
                                          <p:spTgt spid="565"/>
                                        </p:tgtEl>
                                        <p:attrNameLst>
                                          <p:attrName>style.visibility</p:attrName>
                                        </p:attrNameLst>
                                      </p:cBhvr>
                                      <p:to>
                                        <p:strVal val="visible"/>
                                      </p:to>
                                    </p:set>
                                    <p:animEffect filter="fade" transition="in">
                                      <p:cBhvr additive="repl">
                                        <p:cTn id="422" dur="1000"/>
                                        <p:tgtEl>
                                          <p:spTgt spid="565"/>
                                        </p:tgtEl>
                                      </p:cBhvr>
                                    </p:animEffect>
                                    <p:anim calcmode="lin" valueType="num">
                                      <p:cBhvr additive="repl">
                                        <p:cTn id="423" dur="1000" fill="hold"/>
                                        <p:tgtEl>
                                          <p:spTgt spid="565"/>
                                        </p:tgtEl>
                                        <p:attrNameLst>
                                          <p:attrName>ppt_x</p:attrName>
                                        </p:attrNameLst>
                                      </p:cBhvr>
                                      <p:tavLst>
                                        <p:tav tm="0">
                                          <p:val>
                                            <p:strVal val="#ppt_x"/>
                                          </p:val>
                                        </p:tav>
                                        <p:tav tm="100000">
                                          <p:val>
                                            <p:strVal val="#ppt_x"/>
                                          </p:val>
                                        </p:tav>
                                      </p:tavLst>
                                    </p:anim>
                                    <p:anim calcmode="lin" valueType="num">
                                      <p:cBhvr additive="repl">
                                        <p:cTn id="424" dur="1000" fill="hold"/>
                                        <p:tgtEl>
                                          <p:spTgt spid="565"/>
                                        </p:tgtEl>
                                        <p:attrNameLst>
                                          <p:attrName>ppt_y</p:attrName>
                                        </p:attrNameLst>
                                      </p:cBhvr>
                                      <p:tavLst>
                                        <p:tav tm="0">
                                          <p:val>
                                            <p:strVal val="#ppt_y+.1"/>
                                          </p:val>
                                        </p:tav>
                                        <p:tav tm="100000">
                                          <p:val>
                                            <p:strVal val="#ppt_y"/>
                                          </p:val>
                                        </p:tav>
                                      </p:tavLst>
                                    </p:anim>
                                  </p:childTnLst>
                                </p:cTn>
                              </p:par>
                            </p:childTnLst>
                          </p:cTn>
                        </p:par>
                      </p:childTnLst>
                    </p:cTn>
                  </p:par>
                  <p:par>
                    <p:cTn id="425" fill="hold">
                      <p:stCondLst>
                        <p:cond delay="indefinite"/>
                      </p:stCondLst>
                      <p:childTnLst>
                        <p:par>
                          <p:cTn id="426" fill="hold">
                            <p:stCondLst>
                              <p:cond delay="0"/>
                            </p:stCondLst>
                            <p:childTnLst>
                              <p:par>
                                <p:cTn id="427" nodeType="clickEffect" fill="hold" presetClass="entr" presetID="42">
                                  <p:stCondLst>
                                    <p:cond delay="0"/>
                                  </p:stCondLst>
                                  <p:endCondLst>
                                    <p:cond delay="0" evt="begin"/>
                                  </p:endCondLst>
                                  <p:childTnLst>
                                    <p:set>
                                      <p:cBhvr>
                                        <p:cTn id="428" dur="1" fill="hold">
                                          <p:stCondLst>
                                            <p:cond delay="0"/>
                                          </p:stCondLst>
                                        </p:cTn>
                                        <p:tgtEl>
                                          <p:spTgt spid="566"/>
                                        </p:tgtEl>
                                        <p:attrNameLst>
                                          <p:attrName>style.visibility</p:attrName>
                                        </p:attrNameLst>
                                      </p:cBhvr>
                                      <p:to>
                                        <p:strVal val="visible"/>
                                      </p:to>
                                    </p:set>
                                    <p:animEffect filter="fade" transition="in">
                                      <p:cBhvr additive="repl">
                                        <p:cTn id="429" dur="1000"/>
                                        <p:tgtEl>
                                          <p:spTgt spid="566"/>
                                        </p:tgtEl>
                                      </p:cBhvr>
                                    </p:animEffect>
                                    <p:anim calcmode="lin" valueType="num">
                                      <p:cBhvr additive="repl">
                                        <p:cTn id="430" dur="1000" fill="hold"/>
                                        <p:tgtEl>
                                          <p:spTgt spid="566"/>
                                        </p:tgtEl>
                                        <p:attrNameLst>
                                          <p:attrName>ppt_x</p:attrName>
                                        </p:attrNameLst>
                                      </p:cBhvr>
                                      <p:tavLst>
                                        <p:tav tm="0">
                                          <p:val>
                                            <p:strVal val="#ppt_x"/>
                                          </p:val>
                                        </p:tav>
                                        <p:tav tm="100000">
                                          <p:val>
                                            <p:strVal val="#ppt_x"/>
                                          </p:val>
                                        </p:tav>
                                      </p:tavLst>
                                    </p:anim>
                                    <p:anim calcmode="lin" valueType="num">
                                      <p:cBhvr additive="repl">
                                        <p:cTn id="431" dur="1000" fill="hold"/>
                                        <p:tgtEl>
                                          <p:spTgt spid="566"/>
                                        </p:tgtEl>
                                        <p:attrNameLst>
                                          <p:attrName>ppt_y</p:attrName>
                                        </p:attrNameLst>
                                      </p:cBhvr>
                                      <p:tavLst>
                                        <p:tav tm="0">
                                          <p:val>
                                            <p:strVal val="#ppt_y+.1"/>
                                          </p:val>
                                        </p:tav>
                                        <p:tav tm="100000">
                                          <p:val>
                                            <p:strVal val="#ppt_y"/>
                                          </p:val>
                                        </p:tav>
                                      </p:tavLst>
                                    </p:anim>
                                  </p:childTnLst>
                                </p:cTn>
                              </p:par>
                            </p:childTnLst>
                          </p:cTn>
                        </p:par>
                      </p:childTnLst>
                    </p:cTn>
                  </p:par>
                  <p:par>
                    <p:cTn id="432" fill="hold">
                      <p:stCondLst>
                        <p:cond delay="indefinite"/>
                      </p:stCondLst>
                      <p:childTnLst>
                        <p:par>
                          <p:cTn id="433" fill="hold">
                            <p:stCondLst>
                              <p:cond delay="0"/>
                            </p:stCondLst>
                            <p:childTnLst>
                              <p:par>
                                <p:cTn id="434" nodeType="clickEffect" fill="hold" presetClass="entr" presetID="42">
                                  <p:stCondLst>
                                    <p:cond delay="0"/>
                                  </p:stCondLst>
                                  <p:childTnLst>
                                    <p:set>
                                      <p:cBhvr>
                                        <p:cTn id="435" dur="1" fill="hold">
                                          <p:stCondLst>
                                            <p:cond delay="0"/>
                                          </p:stCondLst>
                                        </p:cTn>
                                        <p:tgtEl>
                                          <p:spTgt spid="567">
                                            <p:txEl>
                                              <p:pRg st="0" end="0"/>
                                            </p:txEl>
                                          </p:spTgt>
                                        </p:tgtEl>
                                        <p:attrNameLst>
                                          <p:attrName>style.visibility</p:attrName>
                                        </p:attrNameLst>
                                      </p:cBhvr>
                                      <p:to>
                                        <p:strVal val="visible"/>
                                      </p:to>
                                    </p:set>
                                    <p:animEffect filter="fade" transition="in">
                                      <p:cBhvr additive="repl">
                                        <p:cTn id="436" dur="1000"/>
                                        <p:tgtEl>
                                          <p:spTgt spid="567">
                                            <p:txEl>
                                              <p:pRg st="0" end="0"/>
                                            </p:txEl>
                                          </p:spTgt>
                                        </p:tgtEl>
                                      </p:cBhvr>
                                    </p:animEffect>
                                    <p:anim calcmode="lin" valueType="num">
                                      <p:cBhvr additive="repl">
                                        <p:cTn id="437" dur="1000" fill="hold"/>
                                        <p:tgtEl>
                                          <p:spTgt spid="567">
                                            <p:txEl>
                                              <p:pRg st="0" end="0"/>
                                            </p:txEl>
                                          </p:spTgt>
                                        </p:tgtEl>
                                        <p:attrNameLst>
                                          <p:attrName>ppt_x</p:attrName>
                                        </p:attrNameLst>
                                      </p:cBhvr>
                                      <p:tavLst>
                                        <p:tav tm="0">
                                          <p:val>
                                            <p:strVal val="#ppt_x"/>
                                          </p:val>
                                        </p:tav>
                                        <p:tav tm="100000">
                                          <p:val>
                                            <p:strVal val="#ppt_x"/>
                                          </p:val>
                                        </p:tav>
                                      </p:tavLst>
                                    </p:anim>
                                    <p:anim calcmode="lin" valueType="num">
                                      <p:cBhvr additive="repl">
                                        <p:cTn id="438" dur="1000" fill="hold"/>
                                        <p:tgtEl>
                                          <p:spTgt spid="56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9" name="Picture 11" descr=""/>
          <p:cNvPicPr/>
          <p:nvPr/>
        </p:nvPicPr>
        <p:blipFill>
          <a:blip r:embed="rId1"/>
          <a:srcRect l="0" t="96170" r="0" b="0"/>
          <a:stretch/>
        </p:blipFill>
        <p:spPr>
          <a:xfrm>
            <a:off x="676080" y="6472080"/>
            <a:ext cx="2142720" cy="192600"/>
          </a:xfrm>
          <a:prstGeom prst="rect">
            <a:avLst/>
          </a:prstGeom>
          <a:ln w="0">
            <a:noFill/>
          </a:ln>
        </p:spPr>
      </p:pic>
      <p:sp>
        <p:nvSpPr>
          <p:cNvPr id="57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71" name="Text Placeholder 25"/>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72" name="Text Placeholder 26"/>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73"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74" name="" descr=""/>
          <p:cNvPicPr/>
          <p:nvPr/>
        </p:nvPicPr>
        <p:blipFill>
          <a:blip r:embed="rId2"/>
          <a:stretch/>
        </p:blipFill>
        <p:spPr>
          <a:xfrm>
            <a:off x="813240" y="1275480"/>
            <a:ext cx="9016560" cy="5069160"/>
          </a:xfrm>
          <a:prstGeom prst="rect">
            <a:avLst/>
          </a:prstGeom>
          <a:ln w="0">
            <a:noFill/>
          </a:ln>
        </p:spPr>
      </p:pic>
    </p:spTree>
  </p:cSld>
  <mc:AlternateContent>
    <mc:Choice Requires="p14">
      <p:transition spd="slow" p14:dur="2000"/>
    </mc:Choice>
    <mc:Fallback>
      <p:transition spd="slow"/>
    </mc:Fallback>
  </mc:AlternateContent>
  <p:timing>
    <p:tnLst>
      <p:par>
        <p:cTn id="439" dur="indefinite" restart="never" nodeType="tmRoot">
          <p:childTnLst>
            <p:seq>
              <p:cTn id="440" dur="indefinite" nodeType="mainSeq">
                <p:childTnLst>
                  <p:par>
                    <p:cTn id="441" fill="hold">
                      <p:stCondLst>
                        <p:cond delay="indefinite"/>
                      </p:stCondLst>
                      <p:childTnLst>
                        <p:par>
                          <p:cTn id="442" fill="hold">
                            <p:stCondLst>
                              <p:cond delay="0"/>
                            </p:stCondLst>
                            <p:childTnLst>
                              <p:par>
                                <p:cTn id="443" nodeType="clickEffect" fill="hold" presetClass="entr" presetID="53" presetSubtype="16">
                                  <p:stCondLst>
                                    <p:cond delay="0"/>
                                  </p:stCondLst>
                                  <p:childTnLst>
                                    <p:set>
                                      <p:cBhvr>
                                        <p:cTn id="444" dur="1" fill="hold">
                                          <p:stCondLst>
                                            <p:cond delay="0"/>
                                          </p:stCondLst>
                                        </p:cTn>
                                        <p:tgtEl>
                                          <p:spTgt spid="570"/>
                                        </p:tgtEl>
                                        <p:attrNameLst>
                                          <p:attrName>style.visibility</p:attrName>
                                        </p:attrNameLst>
                                      </p:cBhvr>
                                      <p:to>
                                        <p:strVal val="visible"/>
                                      </p:to>
                                    </p:set>
                                    <p:anim calcmode="lin" valueType="num">
                                      <p:cBhvr additive="repl">
                                        <p:cTn id="445" dur="500" fill="hold"/>
                                        <p:tgtEl>
                                          <p:spTgt spid="570"/>
                                        </p:tgtEl>
                                        <p:attrNameLst>
                                          <p:attrName>ppt_w</p:attrName>
                                        </p:attrNameLst>
                                      </p:cBhvr>
                                      <p:tavLst>
                                        <p:tav tm="0">
                                          <p:val>
                                            <p:strVal val="0"/>
                                          </p:val>
                                        </p:tav>
                                        <p:tav tm="100000">
                                          <p:val>
                                            <p:strVal val="#ppt_w"/>
                                          </p:val>
                                        </p:tav>
                                      </p:tavLst>
                                    </p:anim>
                                    <p:anim calcmode="lin" valueType="num">
                                      <p:cBhvr additive="repl">
                                        <p:cTn id="446" dur="500" fill="hold"/>
                                        <p:tgtEl>
                                          <p:spTgt spid="570"/>
                                        </p:tgtEl>
                                        <p:attrNameLst>
                                          <p:attrName>ppt_h</p:attrName>
                                        </p:attrNameLst>
                                      </p:cBhvr>
                                      <p:tavLst>
                                        <p:tav tm="0">
                                          <p:val>
                                            <p:strVal val="0"/>
                                          </p:val>
                                        </p:tav>
                                        <p:tav tm="100000">
                                          <p:val>
                                            <p:strVal val="#ppt_h"/>
                                          </p:val>
                                        </p:tav>
                                      </p:tavLst>
                                    </p:anim>
                                    <p:animEffect filter="fade" transition="in">
                                      <p:cBhvr additive="repl">
                                        <p:cTn id="447" dur="500"/>
                                        <p:tgtEl>
                                          <p:spTgt spid="570"/>
                                        </p:tgtEl>
                                      </p:cBhvr>
                                    </p:animEffect>
                                  </p:childTnLst>
                                </p:cTn>
                              </p:par>
                            </p:childTnLst>
                          </p:cTn>
                        </p:par>
                      </p:childTnLst>
                    </p:cTn>
                  </p:par>
                  <p:par>
                    <p:cTn id="448" fill="hold">
                      <p:stCondLst>
                        <p:cond delay="indefinite"/>
                      </p:stCondLst>
                      <p:childTnLst>
                        <p:par>
                          <p:cTn id="449" fill="hold">
                            <p:stCondLst>
                              <p:cond delay="0"/>
                            </p:stCondLst>
                            <p:childTnLst>
                              <p:par>
                                <p:cTn id="450" nodeType="clickEffect" fill="hold" presetClass="entr" presetID="42">
                                  <p:stCondLst>
                                    <p:cond delay="0"/>
                                  </p:stCondLst>
                                  <p:endCondLst>
                                    <p:cond delay="0" evt="begin"/>
                                  </p:endCondLst>
                                  <p:childTnLst>
                                    <p:set>
                                      <p:cBhvr>
                                        <p:cTn id="451" dur="1" fill="hold">
                                          <p:stCondLst>
                                            <p:cond delay="0"/>
                                          </p:stCondLst>
                                        </p:cTn>
                                        <p:tgtEl>
                                          <p:spTgt spid="571"/>
                                        </p:tgtEl>
                                        <p:attrNameLst>
                                          <p:attrName>style.visibility</p:attrName>
                                        </p:attrNameLst>
                                      </p:cBhvr>
                                      <p:to>
                                        <p:strVal val="visible"/>
                                      </p:to>
                                    </p:set>
                                    <p:animEffect filter="fade" transition="in">
                                      <p:cBhvr additive="repl">
                                        <p:cTn id="452" dur="1000"/>
                                        <p:tgtEl>
                                          <p:spTgt spid="571"/>
                                        </p:tgtEl>
                                      </p:cBhvr>
                                    </p:animEffect>
                                    <p:anim calcmode="lin" valueType="num">
                                      <p:cBhvr additive="repl">
                                        <p:cTn id="453" dur="1000" fill="hold"/>
                                        <p:tgtEl>
                                          <p:spTgt spid="571"/>
                                        </p:tgtEl>
                                        <p:attrNameLst>
                                          <p:attrName>ppt_x</p:attrName>
                                        </p:attrNameLst>
                                      </p:cBhvr>
                                      <p:tavLst>
                                        <p:tav tm="0">
                                          <p:val>
                                            <p:strVal val="#ppt_x"/>
                                          </p:val>
                                        </p:tav>
                                        <p:tav tm="100000">
                                          <p:val>
                                            <p:strVal val="#ppt_x"/>
                                          </p:val>
                                        </p:tav>
                                      </p:tavLst>
                                    </p:anim>
                                    <p:anim calcmode="lin" valueType="num">
                                      <p:cBhvr additive="repl">
                                        <p:cTn id="454" dur="1000" fill="hold"/>
                                        <p:tgtEl>
                                          <p:spTgt spid="571"/>
                                        </p:tgtEl>
                                        <p:attrNameLst>
                                          <p:attrName>ppt_y</p:attrName>
                                        </p:attrNameLst>
                                      </p:cBhvr>
                                      <p:tavLst>
                                        <p:tav tm="0">
                                          <p:val>
                                            <p:strVal val="#ppt_y+.1"/>
                                          </p:val>
                                        </p:tav>
                                        <p:tav tm="100000">
                                          <p:val>
                                            <p:strVal val="#ppt_y"/>
                                          </p:val>
                                        </p:tav>
                                      </p:tavLst>
                                    </p:anim>
                                  </p:childTnLst>
                                </p:cTn>
                              </p:par>
                            </p:childTnLst>
                          </p:cTn>
                        </p:par>
                      </p:childTnLst>
                    </p:cTn>
                  </p:par>
                  <p:par>
                    <p:cTn id="455" fill="hold">
                      <p:stCondLst>
                        <p:cond delay="indefinite"/>
                      </p:stCondLst>
                      <p:childTnLst>
                        <p:par>
                          <p:cTn id="456" fill="hold">
                            <p:stCondLst>
                              <p:cond delay="0"/>
                            </p:stCondLst>
                            <p:childTnLst>
                              <p:par>
                                <p:cTn id="457" nodeType="clickEffect" fill="hold" presetClass="entr" presetID="42">
                                  <p:stCondLst>
                                    <p:cond delay="0"/>
                                  </p:stCondLst>
                                  <p:endCondLst>
                                    <p:cond delay="0" evt="begin"/>
                                  </p:endCondLst>
                                  <p:childTnLst>
                                    <p:set>
                                      <p:cBhvr>
                                        <p:cTn id="458" dur="1" fill="hold">
                                          <p:stCondLst>
                                            <p:cond delay="0"/>
                                          </p:stCondLst>
                                        </p:cTn>
                                        <p:tgtEl>
                                          <p:spTgt spid="572"/>
                                        </p:tgtEl>
                                        <p:attrNameLst>
                                          <p:attrName>style.visibility</p:attrName>
                                        </p:attrNameLst>
                                      </p:cBhvr>
                                      <p:to>
                                        <p:strVal val="visible"/>
                                      </p:to>
                                    </p:set>
                                    <p:animEffect filter="fade" transition="in">
                                      <p:cBhvr additive="repl">
                                        <p:cTn id="459" dur="1000"/>
                                        <p:tgtEl>
                                          <p:spTgt spid="572"/>
                                        </p:tgtEl>
                                      </p:cBhvr>
                                    </p:animEffect>
                                    <p:anim calcmode="lin" valueType="num">
                                      <p:cBhvr additive="repl">
                                        <p:cTn id="460" dur="1000" fill="hold"/>
                                        <p:tgtEl>
                                          <p:spTgt spid="572"/>
                                        </p:tgtEl>
                                        <p:attrNameLst>
                                          <p:attrName>ppt_x</p:attrName>
                                        </p:attrNameLst>
                                      </p:cBhvr>
                                      <p:tavLst>
                                        <p:tav tm="0">
                                          <p:val>
                                            <p:strVal val="#ppt_x"/>
                                          </p:val>
                                        </p:tav>
                                        <p:tav tm="100000">
                                          <p:val>
                                            <p:strVal val="#ppt_x"/>
                                          </p:val>
                                        </p:tav>
                                      </p:tavLst>
                                    </p:anim>
                                    <p:anim calcmode="lin" valueType="num">
                                      <p:cBhvr additive="repl">
                                        <p:cTn id="461" dur="1000" fill="hold"/>
                                        <p:tgtEl>
                                          <p:spTgt spid="572"/>
                                        </p:tgtEl>
                                        <p:attrNameLst>
                                          <p:attrName>ppt_y</p:attrName>
                                        </p:attrNameLst>
                                      </p:cBhvr>
                                      <p:tavLst>
                                        <p:tav tm="0">
                                          <p:val>
                                            <p:strVal val="#ppt_y+.1"/>
                                          </p:val>
                                        </p:tav>
                                        <p:tav tm="100000">
                                          <p:val>
                                            <p:strVal val="#ppt_y"/>
                                          </p:val>
                                        </p:tav>
                                      </p:tavLst>
                                    </p:anim>
                                  </p:childTnLst>
                                </p:cTn>
                              </p:par>
                            </p:childTnLst>
                          </p:cTn>
                        </p:par>
                      </p:childTnLst>
                    </p:cTn>
                  </p:par>
                  <p:par>
                    <p:cTn id="462" fill="hold">
                      <p:stCondLst>
                        <p:cond delay="indefinite"/>
                      </p:stCondLst>
                      <p:childTnLst>
                        <p:par>
                          <p:cTn id="463" fill="hold">
                            <p:stCondLst>
                              <p:cond delay="0"/>
                            </p:stCondLst>
                            <p:childTnLst>
                              <p:par>
                                <p:cTn id="464" nodeType="clickEffect" fill="hold" presetClass="entr" presetID="42">
                                  <p:stCondLst>
                                    <p:cond delay="0"/>
                                  </p:stCondLst>
                                  <p:childTnLst>
                                    <p:set>
                                      <p:cBhvr>
                                        <p:cTn id="465" dur="1" fill="hold">
                                          <p:stCondLst>
                                            <p:cond delay="0"/>
                                          </p:stCondLst>
                                        </p:cTn>
                                        <p:tgtEl>
                                          <p:spTgt spid="573">
                                            <p:txEl>
                                              <p:pRg st="0" end="0"/>
                                            </p:txEl>
                                          </p:spTgt>
                                        </p:tgtEl>
                                        <p:attrNameLst>
                                          <p:attrName>style.visibility</p:attrName>
                                        </p:attrNameLst>
                                      </p:cBhvr>
                                      <p:to>
                                        <p:strVal val="visible"/>
                                      </p:to>
                                    </p:set>
                                    <p:animEffect filter="fade" transition="in">
                                      <p:cBhvr additive="repl">
                                        <p:cTn id="466" dur="1000"/>
                                        <p:tgtEl>
                                          <p:spTgt spid="573">
                                            <p:txEl>
                                              <p:pRg st="0" end="0"/>
                                            </p:txEl>
                                          </p:spTgt>
                                        </p:tgtEl>
                                      </p:cBhvr>
                                    </p:animEffect>
                                    <p:anim calcmode="lin" valueType="num">
                                      <p:cBhvr additive="repl">
                                        <p:cTn id="467" dur="1000" fill="hold"/>
                                        <p:tgtEl>
                                          <p:spTgt spid="573">
                                            <p:txEl>
                                              <p:pRg st="0" end="0"/>
                                            </p:txEl>
                                          </p:spTgt>
                                        </p:tgtEl>
                                        <p:attrNameLst>
                                          <p:attrName>ppt_x</p:attrName>
                                        </p:attrNameLst>
                                      </p:cBhvr>
                                      <p:tavLst>
                                        <p:tav tm="0">
                                          <p:val>
                                            <p:strVal val="#ppt_x"/>
                                          </p:val>
                                        </p:tav>
                                        <p:tav tm="100000">
                                          <p:val>
                                            <p:strVal val="#ppt_x"/>
                                          </p:val>
                                        </p:tav>
                                      </p:tavLst>
                                    </p:anim>
                                    <p:anim calcmode="lin" valueType="num">
                                      <p:cBhvr additive="repl">
                                        <p:cTn id="468" dur="1000" fill="hold"/>
                                        <p:tgtEl>
                                          <p:spTgt spid="57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5" name="Picture 9" descr=""/>
          <p:cNvPicPr/>
          <p:nvPr/>
        </p:nvPicPr>
        <p:blipFill>
          <a:blip r:embed="rId1"/>
          <a:srcRect l="0" t="96170" r="0" b="0"/>
          <a:stretch/>
        </p:blipFill>
        <p:spPr>
          <a:xfrm>
            <a:off x="676080" y="6472080"/>
            <a:ext cx="2142720" cy="192600"/>
          </a:xfrm>
          <a:prstGeom prst="rect">
            <a:avLst/>
          </a:prstGeom>
          <a:ln w="0">
            <a:noFill/>
          </a:ln>
        </p:spPr>
      </p:pic>
      <p:sp>
        <p:nvSpPr>
          <p:cNvPr id="576"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77" name="Text Placeholder 19"/>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78" name="Text Placeholder 2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79"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80" name="" descr=""/>
          <p:cNvPicPr/>
          <p:nvPr/>
        </p:nvPicPr>
        <p:blipFill>
          <a:blip r:embed="rId2"/>
          <a:stretch/>
        </p:blipFill>
        <p:spPr>
          <a:xfrm>
            <a:off x="813240" y="1143000"/>
            <a:ext cx="9930960" cy="5582880"/>
          </a:xfrm>
          <a:prstGeom prst="rect">
            <a:avLst/>
          </a:prstGeom>
          <a:ln w="0">
            <a:noFill/>
          </a:ln>
        </p:spPr>
      </p:pic>
    </p:spTree>
  </p:cSld>
  <mc:AlternateContent>
    <mc:Choice Requires="p14">
      <p:transition spd="slow" p14:dur="2000"/>
    </mc:Choice>
    <mc:Fallback>
      <p:transition spd="slow"/>
    </mc:Fallback>
  </mc:AlternateContent>
  <p:timing>
    <p:tnLst>
      <p:par>
        <p:cTn id="469" dur="indefinite" restart="never" nodeType="tmRoot">
          <p:childTnLst>
            <p:seq>
              <p:cTn id="470" dur="indefinite" nodeType="mainSeq">
                <p:childTnLst>
                  <p:par>
                    <p:cTn id="471" fill="hold">
                      <p:stCondLst>
                        <p:cond delay="indefinite"/>
                      </p:stCondLst>
                      <p:childTnLst>
                        <p:par>
                          <p:cTn id="472" fill="hold">
                            <p:stCondLst>
                              <p:cond delay="0"/>
                            </p:stCondLst>
                            <p:childTnLst>
                              <p:par>
                                <p:cTn id="473" nodeType="clickEffect" fill="hold" presetClass="entr" presetID="53" presetSubtype="16">
                                  <p:stCondLst>
                                    <p:cond delay="0"/>
                                  </p:stCondLst>
                                  <p:childTnLst>
                                    <p:set>
                                      <p:cBhvr>
                                        <p:cTn id="474" dur="1" fill="hold">
                                          <p:stCondLst>
                                            <p:cond delay="0"/>
                                          </p:stCondLst>
                                        </p:cTn>
                                        <p:tgtEl>
                                          <p:spTgt spid="576"/>
                                        </p:tgtEl>
                                        <p:attrNameLst>
                                          <p:attrName>style.visibility</p:attrName>
                                        </p:attrNameLst>
                                      </p:cBhvr>
                                      <p:to>
                                        <p:strVal val="visible"/>
                                      </p:to>
                                    </p:set>
                                    <p:anim calcmode="lin" valueType="num">
                                      <p:cBhvr additive="repl">
                                        <p:cTn id="475" dur="500" fill="hold"/>
                                        <p:tgtEl>
                                          <p:spTgt spid="576"/>
                                        </p:tgtEl>
                                        <p:attrNameLst>
                                          <p:attrName>ppt_w</p:attrName>
                                        </p:attrNameLst>
                                      </p:cBhvr>
                                      <p:tavLst>
                                        <p:tav tm="0">
                                          <p:val>
                                            <p:strVal val="0"/>
                                          </p:val>
                                        </p:tav>
                                        <p:tav tm="100000">
                                          <p:val>
                                            <p:strVal val="#ppt_w"/>
                                          </p:val>
                                        </p:tav>
                                      </p:tavLst>
                                    </p:anim>
                                    <p:anim calcmode="lin" valueType="num">
                                      <p:cBhvr additive="repl">
                                        <p:cTn id="476" dur="500" fill="hold"/>
                                        <p:tgtEl>
                                          <p:spTgt spid="576"/>
                                        </p:tgtEl>
                                        <p:attrNameLst>
                                          <p:attrName>ppt_h</p:attrName>
                                        </p:attrNameLst>
                                      </p:cBhvr>
                                      <p:tavLst>
                                        <p:tav tm="0">
                                          <p:val>
                                            <p:strVal val="0"/>
                                          </p:val>
                                        </p:tav>
                                        <p:tav tm="100000">
                                          <p:val>
                                            <p:strVal val="#ppt_h"/>
                                          </p:val>
                                        </p:tav>
                                      </p:tavLst>
                                    </p:anim>
                                    <p:animEffect filter="fade" transition="in">
                                      <p:cBhvr additive="repl">
                                        <p:cTn id="477" dur="500"/>
                                        <p:tgtEl>
                                          <p:spTgt spid="576"/>
                                        </p:tgtEl>
                                      </p:cBhvr>
                                    </p:animEffect>
                                  </p:childTnLst>
                                </p:cTn>
                              </p:par>
                            </p:childTnLst>
                          </p:cTn>
                        </p:par>
                      </p:childTnLst>
                    </p:cTn>
                  </p:par>
                  <p:par>
                    <p:cTn id="478" fill="hold">
                      <p:stCondLst>
                        <p:cond delay="indefinite"/>
                      </p:stCondLst>
                      <p:childTnLst>
                        <p:par>
                          <p:cTn id="479" fill="hold">
                            <p:stCondLst>
                              <p:cond delay="0"/>
                            </p:stCondLst>
                            <p:childTnLst>
                              <p:par>
                                <p:cTn id="480" nodeType="clickEffect" fill="hold" presetClass="entr" presetID="42">
                                  <p:stCondLst>
                                    <p:cond delay="0"/>
                                  </p:stCondLst>
                                  <p:endCondLst>
                                    <p:cond delay="0" evt="begin"/>
                                  </p:endCondLst>
                                  <p:childTnLst>
                                    <p:set>
                                      <p:cBhvr>
                                        <p:cTn id="481" dur="1" fill="hold">
                                          <p:stCondLst>
                                            <p:cond delay="0"/>
                                          </p:stCondLst>
                                        </p:cTn>
                                        <p:tgtEl>
                                          <p:spTgt spid="577"/>
                                        </p:tgtEl>
                                        <p:attrNameLst>
                                          <p:attrName>style.visibility</p:attrName>
                                        </p:attrNameLst>
                                      </p:cBhvr>
                                      <p:to>
                                        <p:strVal val="visible"/>
                                      </p:to>
                                    </p:set>
                                    <p:animEffect filter="fade" transition="in">
                                      <p:cBhvr additive="repl">
                                        <p:cTn id="482" dur="1000"/>
                                        <p:tgtEl>
                                          <p:spTgt spid="577"/>
                                        </p:tgtEl>
                                      </p:cBhvr>
                                    </p:animEffect>
                                    <p:anim calcmode="lin" valueType="num">
                                      <p:cBhvr additive="repl">
                                        <p:cTn id="483" dur="1000" fill="hold"/>
                                        <p:tgtEl>
                                          <p:spTgt spid="577"/>
                                        </p:tgtEl>
                                        <p:attrNameLst>
                                          <p:attrName>ppt_x</p:attrName>
                                        </p:attrNameLst>
                                      </p:cBhvr>
                                      <p:tavLst>
                                        <p:tav tm="0">
                                          <p:val>
                                            <p:strVal val="#ppt_x"/>
                                          </p:val>
                                        </p:tav>
                                        <p:tav tm="100000">
                                          <p:val>
                                            <p:strVal val="#ppt_x"/>
                                          </p:val>
                                        </p:tav>
                                      </p:tavLst>
                                    </p:anim>
                                    <p:anim calcmode="lin" valueType="num">
                                      <p:cBhvr additive="repl">
                                        <p:cTn id="484" dur="1000" fill="hold"/>
                                        <p:tgtEl>
                                          <p:spTgt spid="577"/>
                                        </p:tgtEl>
                                        <p:attrNameLst>
                                          <p:attrName>ppt_y</p:attrName>
                                        </p:attrNameLst>
                                      </p:cBhvr>
                                      <p:tavLst>
                                        <p:tav tm="0">
                                          <p:val>
                                            <p:strVal val="#ppt_y+.1"/>
                                          </p:val>
                                        </p:tav>
                                        <p:tav tm="100000">
                                          <p:val>
                                            <p:strVal val="#ppt_y"/>
                                          </p:val>
                                        </p:tav>
                                      </p:tavLst>
                                    </p:anim>
                                  </p:childTnLst>
                                </p:cTn>
                              </p:par>
                            </p:childTnLst>
                          </p:cTn>
                        </p:par>
                      </p:childTnLst>
                    </p:cTn>
                  </p:par>
                  <p:par>
                    <p:cTn id="485" fill="hold">
                      <p:stCondLst>
                        <p:cond delay="indefinite"/>
                      </p:stCondLst>
                      <p:childTnLst>
                        <p:par>
                          <p:cTn id="486" fill="hold">
                            <p:stCondLst>
                              <p:cond delay="0"/>
                            </p:stCondLst>
                            <p:childTnLst>
                              <p:par>
                                <p:cTn id="487" nodeType="clickEffect" fill="hold" presetClass="entr" presetID="42">
                                  <p:stCondLst>
                                    <p:cond delay="0"/>
                                  </p:stCondLst>
                                  <p:endCondLst>
                                    <p:cond delay="0" evt="begin"/>
                                  </p:endCondLst>
                                  <p:childTnLst>
                                    <p:set>
                                      <p:cBhvr>
                                        <p:cTn id="488" dur="1" fill="hold">
                                          <p:stCondLst>
                                            <p:cond delay="0"/>
                                          </p:stCondLst>
                                        </p:cTn>
                                        <p:tgtEl>
                                          <p:spTgt spid="578"/>
                                        </p:tgtEl>
                                        <p:attrNameLst>
                                          <p:attrName>style.visibility</p:attrName>
                                        </p:attrNameLst>
                                      </p:cBhvr>
                                      <p:to>
                                        <p:strVal val="visible"/>
                                      </p:to>
                                    </p:set>
                                    <p:animEffect filter="fade" transition="in">
                                      <p:cBhvr additive="repl">
                                        <p:cTn id="489" dur="1000"/>
                                        <p:tgtEl>
                                          <p:spTgt spid="578"/>
                                        </p:tgtEl>
                                      </p:cBhvr>
                                    </p:animEffect>
                                    <p:anim calcmode="lin" valueType="num">
                                      <p:cBhvr additive="repl">
                                        <p:cTn id="490" dur="1000" fill="hold"/>
                                        <p:tgtEl>
                                          <p:spTgt spid="578"/>
                                        </p:tgtEl>
                                        <p:attrNameLst>
                                          <p:attrName>ppt_x</p:attrName>
                                        </p:attrNameLst>
                                      </p:cBhvr>
                                      <p:tavLst>
                                        <p:tav tm="0">
                                          <p:val>
                                            <p:strVal val="#ppt_x"/>
                                          </p:val>
                                        </p:tav>
                                        <p:tav tm="100000">
                                          <p:val>
                                            <p:strVal val="#ppt_x"/>
                                          </p:val>
                                        </p:tav>
                                      </p:tavLst>
                                    </p:anim>
                                    <p:anim calcmode="lin" valueType="num">
                                      <p:cBhvr additive="repl">
                                        <p:cTn id="491" dur="1000" fill="hold"/>
                                        <p:tgtEl>
                                          <p:spTgt spid="578"/>
                                        </p:tgtEl>
                                        <p:attrNameLst>
                                          <p:attrName>ppt_y</p:attrName>
                                        </p:attrNameLst>
                                      </p:cBhvr>
                                      <p:tavLst>
                                        <p:tav tm="0">
                                          <p:val>
                                            <p:strVal val="#ppt_y+.1"/>
                                          </p:val>
                                        </p:tav>
                                        <p:tav tm="100000">
                                          <p:val>
                                            <p:strVal val="#ppt_y"/>
                                          </p:val>
                                        </p:tav>
                                      </p:tavLst>
                                    </p:anim>
                                  </p:childTnLst>
                                </p:cTn>
                              </p:par>
                            </p:childTnLst>
                          </p:cTn>
                        </p:par>
                      </p:childTnLst>
                    </p:cTn>
                  </p:par>
                  <p:par>
                    <p:cTn id="492" fill="hold">
                      <p:stCondLst>
                        <p:cond delay="indefinite"/>
                      </p:stCondLst>
                      <p:childTnLst>
                        <p:par>
                          <p:cTn id="493" fill="hold">
                            <p:stCondLst>
                              <p:cond delay="0"/>
                            </p:stCondLst>
                            <p:childTnLst>
                              <p:par>
                                <p:cTn id="494" nodeType="clickEffect" fill="hold" presetClass="entr" presetID="42">
                                  <p:stCondLst>
                                    <p:cond delay="0"/>
                                  </p:stCondLst>
                                  <p:childTnLst>
                                    <p:set>
                                      <p:cBhvr>
                                        <p:cTn id="495" dur="1" fill="hold">
                                          <p:stCondLst>
                                            <p:cond delay="0"/>
                                          </p:stCondLst>
                                        </p:cTn>
                                        <p:tgtEl>
                                          <p:spTgt spid="579">
                                            <p:txEl>
                                              <p:pRg st="0" end="0"/>
                                            </p:txEl>
                                          </p:spTgt>
                                        </p:tgtEl>
                                        <p:attrNameLst>
                                          <p:attrName>style.visibility</p:attrName>
                                        </p:attrNameLst>
                                      </p:cBhvr>
                                      <p:to>
                                        <p:strVal val="visible"/>
                                      </p:to>
                                    </p:set>
                                    <p:animEffect filter="fade" transition="in">
                                      <p:cBhvr additive="repl">
                                        <p:cTn id="496" dur="1000"/>
                                        <p:tgtEl>
                                          <p:spTgt spid="579">
                                            <p:txEl>
                                              <p:pRg st="0" end="0"/>
                                            </p:txEl>
                                          </p:spTgt>
                                        </p:tgtEl>
                                      </p:cBhvr>
                                    </p:animEffect>
                                    <p:anim calcmode="lin" valueType="num">
                                      <p:cBhvr additive="repl">
                                        <p:cTn id="497" dur="1000" fill="hold"/>
                                        <p:tgtEl>
                                          <p:spTgt spid="579">
                                            <p:txEl>
                                              <p:pRg st="0" end="0"/>
                                            </p:txEl>
                                          </p:spTgt>
                                        </p:tgtEl>
                                        <p:attrNameLst>
                                          <p:attrName>ppt_x</p:attrName>
                                        </p:attrNameLst>
                                      </p:cBhvr>
                                      <p:tavLst>
                                        <p:tav tm="0">
                                          <p:val>
                                            <p:strVal val="#ppt_x"/>
                                          </p:val>
                                        </p:tav>
                                        <p:tav tm="100000">
                                          <p:val>
                                            <p:strVal val="#ppt_x"/>
                                          </p:val>
                                        </p:tav>
                                      </p:tavLst>
                                    </p:anim>
                                    <p:anim calcmode="lin" valueType="num">
                                      <p:cBhvr additive="repl">
                                        <p:cTn id="498" dur="1000" fill="hold"/>
                                        <p:tgtEl>
                                          <p:spTgt spid="57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1" name="Picture 8" descr=""/>
          <p:cNvPicPr/>
          <p:nvPr/>
        </p:nvPicPr>
        <p:blipFill>
          <a:blip r:embed="rId1"/>
          <a:srcRect l="0" t="96170" r="0" b="0"/>
          <a:stretch/>
        </p:blipFill>
        <p:spPr>
          <a:xfrm>
            <a:off x="676080" y="6472080"/>
            <a:ext cx="2142720" cy="192600"/>
          </a:xfrm>
          <a:prstGeom prst="rect">
            <a:avLst/>
          </a:prstGeom>
          <a:ln w="0">
            <a:noFill/>
          </a:ln>
        </p:spPr>
      </p:pic>
      <p:sp>
        <p:nvSpPr>
          <p:cNvPr id="582"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83" name="Text Placeholder 16"/>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84" name="Text Placeholder 17"/>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85"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86" name="" descr=""/>
          <p:cNvPicPr/>
          <p:nvPr/>
        </p:nvPicPr>
        <p:blipFill>
          <a:blip r:embed="rId2"/>
          <a:stretch/>
        </p:blipFill>
        <p:spPr>
          <a:xfrm>
            <a:off x="813240" y="1203120"/>
            <a:ext cx="9245160" cy="5197680"/>
          </a:xfrm>
          <a:prstGeom prst="rect">
            <a:avLst/>
          </a:prstGeom>
          <a:ln w="0">
            <a:noFill/>
          </a:ln>
        </p:spPr>
      </p:pic>
    </p:spTree>
  </p:cSld>
  <mc:AlternateContent>
    <mc:Choice Requires="p14">
      <p:transition spd="slow" p14:dur="2000"/>
    </mc:Choice>
    <mc:Fallback>
      <p:transition spd="slow"/>
    </mc:Fallback>
  </mc:AlternateContent>
  <p:timing>
    <p:tnLst>
      <p:par>
        <p:cTn id="499" dur="indefinite" restart="never" nodeType="tmRoot">
          <p:childTnLst>
            <p:seq>
              <p:cTn id="500" dur="indefinite" nodeType="mainSeq">
                <p:childTnLst>
                  <p:par>
                    <p:cTn id="501" fill="hold">
                      <p:stCondLst>
                        <p:cond delay="indefinite"/>
                      </p:stCondLst>
                      <p:childTnLst>
                        <p:par>
                          <p:cTn id="502" fill="hold">
                            <p:stCondLst>
                              <p:cond delay="0"/>
                            </p:stCondLst>
                            <p:childTnLst>
                              <p:par>
                                <p:cTn id="503" nodeType="clickEffect" fill="hold" presetClass="entr" presetID="53" presetSubtype="16">
                                  <p:stCondLst>
                                    <p:cond delay="0"/>
                                  </p:stCondLst>
                                  <p:childTnLst>
                                    <p:set>
                                      <p:cBhvr>
                                        <p:cTn id="504" dur="1" fill="hold">
                                          <p:stCondLst>
                                            <p:cond delay="0"/>
                                          </p:stCondLst>
                                        </p:cTn>
                                        <p:tgtEl>
                                          <p:spTgt spid="582"/>
                                        </p:tgtEl>
                                        <p:attrNameLst>
                                          <p:attrName>style.visibility</p:attrName>
                                        </p:attrNameLst>
                                      </p:cBhvr>
                                      <p:to>
                                        <p:strVal val="visible"/>
                                      </p:to>
                                    </p:set>
                                    <p:anim calcmode="lin" valueType="num">
                                      <p:cBhvr additive="repl">
                                        <p:cTn id="505" dur="500" fill="hold"/>
                                        <p:tgtEl>
                                          <p:spTgt spid="582"/>
                                        </p:tgtEl>
                                        <p:attrNameLst>
                                          <p:attrName>ppt_w</p:attrName>
                                        </p:attrNameLst>
                                      </p:cBhvr>
                                      <p:tavLst>
                                        <p:tav tm="0">
                                          <p:val>
                                            <p:strVal val="0"/>
                                          </p:val>
                                        </p:tav>
                                        <p:tav tm="100000">
                                          <p:val>
                                            <p:strVal val="#ppt_w"/>
                                          </p:val>
                                        </p:tav>
                                      </p:tavLst>
                                    </p:anim>
                                    <p:anim calcmode="lin" valueType="num">
                                      <p:cBhvr additive="repl">
                                        <p:cTn id="506" dur="500" fill="hold"/>
                                        <p:tgtEl>
                                          <p:spTgt spid="582"/>
                                        </p:tgtEl>
                                        <p:attrNameLst>
                                          <p:attrName>ppt_h</p:attrName>
                                        </p:attrNameLst>
                                      </p:cBhvr>
                                      <p:tavLst>
                                        <p:tav tm="0">
                                          <p:val>
                                            <p:strVal val="0"/>
                                          </p:val>
                                        </p:tav>
                                        <p:tav tm="100000">
                                          <p:val>
                                            <p:strVal val="#ppt_h"/>
                                          </p:val>
                                        </p:tav>
                                      </p:tavLst>
                                    </p:anim>
                                    <p:animEffect filter="fade" transition="in">
                                      <p:cBhvr additive="repl">
                                        <p:cTn id="507" dur="500"/>
                                        <p:tgtEl>
                                          <p:spTgt spid="582"/>
                                        </p:tgtEl>
                                      </p:cBhvr>
                                    </p:animEffect>
                                  </p:childTnLst>
                                </p:cTn>
                              </p:par>
                            </p:childTnLst>
                          </p:cTn>
                        </p:par>
                      </p:childTnLst>
                    </p:cTn>
                  </p:par>
                  <p:par>
                    <p:cTn id="508" fill="hold">
                      <p:stCondLst>
                        <p:cond delay="indefinite"/>
                      </p:stCondLst>
                      <p:childTnLst>
                        <p:par>
                          <p:cTn id="509" fill="hold">
                            <p:stCondLst>
                              <p:cond delay="0"/>
                            </p:stCondLst>
                            <p:childTnLst>
                              <p:par>
                                <p:cTn id="510" nodeType="clickEffect" fill="hold" presetClass="entr" presetID="42">
                                  <p:stCondLst>
                                    <p:cond delay="0"/>
                                  </p:stCondLst>
                                  <p:endCondLst>
                                    <p:cond delay="0" evt="begin"/>
                                  </p:endCondLst>
                                  <p:childTnLst>
                                    <p:set>
                                      <p:cBhvr>
                                        <p:cTn id="511" dur="1" fill="hold">
                                          <p:stCondLst>
                                            <p:cond delay="0"/>
                                          </p:stCondLst>
                                        </p:cTn>
                                        <p:tgtEl>
                                          <p:spTgt spid="583"/>
                                        </p:tgtEl>
                                        <p:attrNameLst>
                                          <p:attrName>style.visibility</p:attrName>
                                        </p:attrNameLst>
                                      </p:cBhvr>
                                      <p:to>
                                        <p:strVal val="visible"/>
                                      </p:to>
                                    </p:set>
                                    <p:animEffect filter="fade" transition="in">
                                      <p:cBhvr additive="repl">
                                        <p:cTn id="512" dur="1000"/>
                                        <p:tgtEl>
                                          <p:spTgt spid="583"/>
                                        </p:tgtEl>
                                      </p:cBhvr>
                                    </p:animEffect>
                                    <p:anim calcmode="lin" valueType="num">
                                      <p:cBhvr additive="repl">
                                        <p:cTn id="513" dur="1000" fill="hold"/>
                                        <p:tgtEl>
                                          <p:spTgt spid="583"/>
                                        </p:tgtEl>
                                        <p:attrNameLst>
                                          <p:attrName>ppt_x</p:attrName>
                                        </p:attrNameLst>
                                      </p:cBhvr>
                                      <p:tavLst>
                                        <p:tav tm="0">
                                          <p:val>
                                            <p:strVal val="#ppt_x"/>
                                          </p:val>
                                        </p:tav>
                                        <p:tav tm="100000">
                                          <p:val>
                                            <p:strVal val="#ppt_x"/>
                                          </p:val>
                                        </p:tav>
                                      </p:tavLst>
                                    </p:anim>
                                    <p:anim calcmode="lin" valueType="num">
                                      <p:cBhvr additive="repl">
                                        <p:cTn id="514" dur="1000" fill="hold"/>
                                        <p:tgtEl>
                                          <p:spTgt spid="583"/>
                                        </p:tgtEl>
                                        <p:attrNameLst>
                                          <p:attrName>ppt_y</p:attrName>
                                        </p:attrNameLst>
                                      </p:cBhvr>
                                      <p:tavLst>
                                        <p:tav tm="0">
                                          <p:val>
                                            <p:strVal val="#ppt_y+.1"/>
                                          </p:val>
                                        </p:tav>
                                        <p:tav tm="100000">
                                          <p:val>
                                            <p:strVal val="#ppt_y"/>
                                          </p:val>
                                        </p:tav>
                                      </p:tavLst>
                                    </p:anim>
                                  </p:childTnLst>
                                </p:cTn>
                              </p:par>
                            </p:childTnLst>
                          </p:cTn>
                        </p:par>
                      </p:childTnLst>
                    </p:cTn>
                  </p:par>
                  <p:par>
                    <p:cTn id="515" fill="hold">
                      <p:stCondLst>
                        <p:cond delay="indefinite"/>
                      </p:stCondLst>
                      <p:childTnLst>
                        <p:par>
                          <p:cTn id="516" fill="hold">
                            <p:stCondLst>
                              <p:cond delay="0"/>
                            </p:stCondLst>
                            <p:childTnLst>
                              <p:par>
                                <p:cTn id="517" nodeType="clickEffect" fill="hold" presetClass="entr" presetID="42">
                                  <p:stCondLst>
                                    <p:cond delay="0"/>
                                  </p:stCondLst>
                                  <p:endCondLst>
                                    <p:cond delay="0" evt="begin"/>
                                  </p:endCondLst>
                                  <p:childTnLst>
                                    <p:set>
                                      <p:cBhvr>
                                        <p:cTn id="518" dur="1" fill="hold">
                                          <p:stCondLst>
                                            <p:cond delay="0"/>
                                          </p:stCondLst>
                                        </p:cTn>
                                        <p:tgtEl>
                                          <p:spTgt spid="584"/>
                                        </p:tgtEl>
                                        <p:attrNameLst>
                                          <p:attrName>style.visibility</p:attrName>
                                        </p:attrNameLst>
                                      </p:cBhvr>
                                      <p:to>
                                        <p:strVal val="visible"/>
                                      </p:to>
                                    </p:set>
                                    <p:animEffect filter="fade" transition="in">
                                      <p:cBhvr additive="repl">
                                        <p:cTn id="519" dur="1000"/>
                                        <p:tgtEl>
                                          <p:spTgt spid="584"/>
                                        </p:tgtEl>
                                      </p:cBhvr>
                                    </p:animEffect>
                                    <p:anim calcmode="lin" valueType="num">
                                      <p:cBhvr additive="repl">
                                        <p:cTn id="520" dur="1000" fill="hold"/>
                                        <p:tgtEl>
                                          <p:spTgt spid="584"/>
                                        </p:tgtEl>
                                        <p:attrNameLst>
                                          <p:attrName>ppt_x</p:attrName>
                                        </p:attrNameLst>
                                      </p:cBhvr>
                                      <p:tavLst>
                                        <p:tav tm="0">
                                          <p:val>
                                            <p:strVal val="#ppt_x"/>
                                          </p:val>
                                        </p:tav>
                                        <p:tav tm="100000">
                                          <p:val>
                                            <p:strVal val="#ppt_x"/>
                                          </p:val>
                                        </p:tav>
                                      </p:tavLst>
                                    </p:anim>
                                    <p:anim calcmode="lin" valueType="num">
                                      <p:cBhvr additive="repl">
                                        <p:cTn id="521" dur="1000" fill="hold"/>
                                        <p:tgtEl>
                                          <p:spTgt spid="584"/>
                                        </p:tgtEl>
                                        <p:attrNameLst>
                                          <p:attrName>ppt_y</p:attrName>
                                        </p:attrNameLst>
                                      </p:cBhvr>
                                      <p:tavLst>
                                        <p:tav tm="0">
                                          <p:val>
                                            <p:strVal val="#ppt_y+.1"/>
                                          </p:val>
                                        </p:tav>
                                        <p:tav tm="100000">
                                          <p:val>
                                            <p:strVal val="#ppt_y"/>
                                          </p:val>
                                        </p:tav>
                                      </p:tavLst>
                                    </p:anim>
                                  </p:childTnLst>
                                </p:cTn>
                              </p:par>
                            </p:childTnLst>
                          </p:cTn>
                        </p:par>
                      </p:childTnLst>
                    </p:cTn>
                  </p:par>
                  <p:par>
                    <p:cTn id="522" fill="hold">
                      <p:stCondLst>
                        <p:cond delay="indefinite"/>
                      </p:stCondLst>
                      <p:childTnLst>
                        <p:par>
                          <p:cTn id="523" fill="hold">
                            <p:stCondLst>
                              <p:cond delay="0"/>
                            </p:stCondLst>
                            <p:childTnLst>
                              <p:par>
                                <p:cTn id="524" nodeType="clickEffect" fill="hold" presetClass="entr" presetID="42">
                                  <p:stCondLst>
                                    <p:cond delay="0"/>
                                  </p:stCondLst>
                                  <p:childTnLst>
                                    <p:set>
                                      <p:cBhvr>
                                        <p:cTn id="525" dur="1" fill="hold">
                                          <p:stCondLst>
                                            <p:cond delay="0"/>
                                          </p:stCondLst>
                                        </p:cTn>
                                        <p:tgtEl>
                                          <p:spTgt spid="585">
                                            <p:txEl>
                                              <p:pRg st="0" end="0"/>
                                            </p:txEl>
                                          </p:spTgt>
                                        </p:tgtEl>
                                        <p:attrNameLst>
                                          <p:attrName>style.visibility</p:attrName>
                                        </p:attrNameLst>
                                      </p:cBhvr>
                                      <p:to>
                                        <p:strVal val="visible"/>
                                      </p:to>
                                    </p:set>
                                    <p:animEffect filter="fade" transition="in">
                                      <p:cBhvr additive="repl">
                                        <p:cTn id="526" dur="1000"/>
                                        <p:tgtEl>
                                          <p:spTgt spid="585">
                                            <p:txEl>
                                              <p:pRg st="0" end="0"/>
                                            </p:txEl>
                                          </p:spTgt>
                                        </p:tgtEl>
                                      </p:cBhvr>
                                    </p:animEffect>
                                    <p:anim calcmode="lin" valueType="num">
                                      <p:cBhvr additive="repl">
                                        <p:cTn id="527" dur="1000" fill="hold"/>
                                        <p:tgtEl>
                                          <p:spTgt spid="585">
                                            <p:txEl>
                                              <p:pRg st="0" end="0"/>
                                            </p:txEl>
                                          </p:spTgt>
                                        </p:tgtEl>
                                        <p:attrNameLst>
                                          <p:attrName>ppt_x</p:attrName>
                                        </p:attrNameLst>
                                      </p:cBhvr>
                                      <p:tavLst>
                                        <p:tav tm="0">
                                          <p:val>
                                            <p:strVal val="#ppt_x"/>
                                          </p:val>
                                        </p:tav>
                                        <p:tav tm="100000">
                                          <p:val>
                                            <p:strVal val="#ppt_x"/>
                                          </p:val>
                                        </p:tav>
                                      </p:tavLst>
                                    </p:anim>
                                    <p:anim calcmode="lin" valueType="num">
                                      <p:cBhvr additive="repl">
                                        <p:cTn id="528" dur="1000" fill="hold"/>
                                        <p:tgtEl>
                                          <p:spTgt spid="58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7" name="Picture 17" descr=""/>
          <p:cNvPicPr/>
          <p:nvPr/>
        </p:nvPicPr>
        <p:blipFill>
          <a:blip r:embed="rId1"/>
          <a:srcRect l="0" t="96170" r="0" b="0"/>
          <a:stretch/>
        </p:blipFill>
        <p:spPr>
          <a:xfrm>
            <a:off x="676080" y="6472080"/>
            <a:ext cx="2142720" cy="192600"/>
          </a:xfrm>
          <a:prstGeom prst="rect">
            <a:avLst/>
          </a:prstGeom>
          <a:ln w="0">
            <a:noFill/>
          </a:ln>
        </p:spPr>
      </p:pic>
      <p:sp>
        <p:nvSpPr>
          <p:cNvPr id="588"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89" name="Text Placeholder 42"/>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90" name="Text Placeholder 43"/>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91"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92" name="" descr=""/>
          <p:cNvPicPr/>
          <p:nvPr/>
        </p:nvPicPr>
        <p:blipFill>
          <a:blip r:embed="rId2"/>
          <a:stretch/>
        </p:blipFill>
        <p:spPr>
          <a:xfrm>
            <a:off x="813240" y="1143000"/>
            <a:ext cx="9930960" cy="5582880"/>
          </a:xfrm>
          <a:prstGeom prst="rect">
            <a:avLst/>
          </a:prstGeom>
          <a:ln w="0">
            <a:noFill/>
          </a:ln>
        </p:spPr>
      </p:pic>
    </p:spTree>
  </p:cSld>
  <mc:AlternateContent>
    <mc:Choice Requires="p14">
      <p:transition spd="slow" p14:dur="2000"/>
    </mc:Choice>
    <mc:Fallback>
      <p:transition spd="slow"/>
    </mc:Fallback>
  </mc:AlternateContent>
  <p:timing>
    <p:tnLst>
      <p:par>
        <p:cTn id="529" dur="indefinite" restart="never" nodeType="tmRoot">
          <p:childTnLst>
            <p:seq>
              <p:cTn id="530" dur="indefinite" nodeType="mainSeq">
                <p:childTnLst>
                  <p:par>
                    <p:cTn id="531" fill="hold">
                      <p:stCondLst>
                        <p:cond delay="indefinite"/>
                      </p:stCondLst>
                      <p:childTnLst>
                        <p:par>
                          <p:cTn id="532" fill="hold">
                            <p:stCondLst>
                              <p:cond delay="0"/>
                            </p:stCondLst>
                            <p:childTnLst>
                              <p:par>
                                <p:cTn id="533" nodeType="clickEffect" fill="hold" presetClass="entr" presetID="53" presetSubtype="16">
                                  <p:stCondLst>
                                    <p:cond delay="0"/>
                                  </p:stCondLst>
                                  <p:childTnLst>
                                    <p:set>
                                      <p:cBhvr>
                                        <p:cTn id="534" dur="1" fill="hold">
                                          <p:stCondLst>
                                            <p:cond delay="0"/>
                                          </p:stCondLst>
                                        </p:cTn>
                                        <p:tgtEl>
                                          <p:spTgt spid="588"/>
                                        </p:tgtEl>
                                        <p:attrNameLst>
                                          <p:attrName>style.visibility</p:attrName>
                                        </p:attrNameLst>
                                      </p:cBhvr>
                                      <p:to>
                                        <p:strVal val="visible"/>
                                      </p:to>
                                    </p:set>
                                    <p:anim calcmode="lin" valueType="num">
                                      <p:cBhvr additive="repl">
                                        <p:cTn id="535" dur="500" fill="hold"/>
                                        <p:tgtEl>
                                          <p:spTgt spid="588"/>
                                        </p:tgtEl>
                                        <p:attrNameLst>
                                          <p:attrName>ppt_w</p:attrName>
                                        </p:attrNameLst>
                                      </p:cBhvr>
                                      <p:tavLst>
                                        <p:tav tm="0">
                                          <p:val>
                                            <p:strVal val="0"/>
                                          </p:val>
                                        </p:tav>
                                        <p:tav tm="100000">
                                          <p:val>
                                            <p:strVal val="#ppt_w"/>
                                          </p:val>
                                        </p:tav>
                                      </p:tavLst>
                                    </p:anim>
                                    <p:anim calcmode="lin" valueType="num">
                                      <p:cBhvr additive="repl">
                                        <p:cTn id="536" dur="500" fill="hold"/>
                                        <p:tgtEl>
                                          <p:spTgt spid="588"/>
                                        </p:tgtEl>
                                        <p:attrNameLst>
                                          <p:attrName>ppt_h</p:attrName>
                                        </p:attrNameLst>
                                      </p:cBhvr>
                                      <p:tavLst>
                                        <p:tav tm="0">
                                          <p:val>
                                            <p:strVal val="0"/>
                                          </p:val>
                                        </p:tav>
                                        <p:tav tm="100000">
                                          <p:val>
                                            <p:strVal val="#ppt_h"/>
                                          </p:val>
                                        </p:tav>
                                      </p:tavLst>
                                    </p:anim>
                                    <p:animEffect filter="fade" transition="in">
                                      <p:cBhvr additive="repl">
                                        <p:cTn id="537" dur="500"/>
                                        <p:tgtEl>
                                          <p:spTgt spid="588"/>
                                        </p:tgtEl>
                                      </p:cBhvr>
                                    </p:animEffect>
                                  </p:childTnLst>
                                </p:cTn>
                              </p:par>
                            </p:childTnLst>
                          </p:cTn>
                        </p:par>
                      </p:childTnLst>
                    </p:cTn>
                  </p:par>
                  <p:par>
                    <p:cTn id="538" fill="hold">
                      <p:stCondLst>
                        <p:cond delay="indefinite"/>
                      </p:stCondLst>
                      <p:childTnLst>
                        <p:par>
                          <p:cTn id="539" fill="hold">
                            <p:stCondLst>
                              <p:cond delay="0"/>
                            </p:stCondLst>
                            <p:childTnLst>
                              <p:par>
                                <p:cTn id="540" nodeType="clickEffect" fill="hold" presetClass="entr" presetID="42">
                                  <p:stCondLst>
                                    <p:cond delay="0"/>
                                  </p:stCondLst>
                                  <p:endCondLst>
                                    <p:cond delay="0" evt="begin"/>
                                  </p:endCondLst>
                                  <p:childTnLst>
                                    <p:set>
                                      <p:cBhvr>
                                        <p:cTn id="541" dur="1" fill="hold">
                                          <p:stCondLst>
                                            <p:cond delay="0"/>
                                          </p:stCondLst>
                                        </p:cTn>
                                        <p:tgtEl>
                                          <p:spTgt spid="589"/>
                                        </p:tgtEl>
                                        <p:attrNameLst>
                                          <p:attrName>style.visibility</p:attrName>
                                        </p:attrNameLst>
                                      </p:cBhvr>
                                      <p:to>
                                        <p:strVal val="visible"/>
                                      </p:to>
                                    </p:set>
                                    <p:animEffect filter="fade" transition="in">
                                      <p:cBhvr additive="repl">
                                        <p:cTn id="542" dur="1000"/>
                                        <p:tgtEl>
                                          <p:spTgt spid="589"/>
                                        </p:tgtEl>
                                      </p:cBhvr>
                                    </p:animEffect>
                                    <p:anim calcmode="lin" valueType="num">
                                      <p:cBhvr additive="repl">
                                        <p:cTn id="543" dur="1000" fill="hold"/>
                                        <p:tgtEl>
                                          <p:spTgt spid="589"/>
                                        </p:tgtEl>
                                        <p:attrNameLst>
                                          <p:attrName>ppt_x</p:attrName>
                                        </p:attrNameLst>
                                      </p:cBhvr>
                                      <p:tavLst>
                                        <p:tav tm="0">
                                          <p:val>
                                            <p:strVal val="#ppt_x"/>
                                          </p:val>
                                        </p:tav>
                                        <p:tav tm="100000">
                                          <p:val>
                                            <p:strVal val="#ppt_x"/>
                                          </p:val>
                                        </p:tav>
                                      </p:tavLst>
                                    </p:anim>
                                    <p:anim calcmode="lin" valueType="num">
                                      <p:cBhvr additive="repl">
                                        <p:cTn id="544" dur="1000" fill="hold"/>
                                        <p:tgtEl>
                                          <p:spTgt spid="589"/>
                                        </p:tgtEl>
                                        <p:attrNameLst>
                                          <p:attrName>ppt_y</p:attrName>
                                        </p:attrNameLst>
                                      </p:cBhvr>
                                      <p:tavLst>
                                        <p:tav tm="0">
                                          <p:val>
                                            <p:strVal val="#ppt_y+.1"/>
                                          </p:val>
                                        </p:tav>
                                        <p:tav tm="100000">
                                          <p:val>
                                            <p:strVal val="#ppt_y"/>
                                          </p:val>
                                        </p:tav>
                                      </p:tavLst>
                                    </p:anim>
                                  </p:childTnLst>
                                </p:cTn>
                              </p:par>
                            </p:childTnLst>
                          </p:cTn>
                        </p:par>
                      </p:childTnLst>
                    </p:cTn>
                  </p:par>
                  <p:par>
                    <p:cTn id="545" fill="hold">
                      <p:stCondLst>
                        <p:cond delay="indefinite"/>
                      </p:stCondLst>
                      <p:childTnLst>
                        <p:par>
                          <p:cTn id="546" fill="hold">
                            <p:stCondLst>
                              <p:cond delay="0"/>
                            </p:stCondLst>
                            <p:childTnLst>
                              <p:par>
                                <p:cTn id="547" nodeType="clickEffect" fill="hold" presetClass="entr" presetID="42">
                                  <p:stCondLst>
                                    <p:cond delay="0"/>
                                  </p:stCondLst>
                                  <p:endCondLst>
                                    <p:cond delay="0" evt="begin"/>
                                  </p:endCondLst>
                                  <p:childTnLst>
                                    <p:set>
                                      <p:cBhvr>
                                        <p:cTn id="548" dur="1" fill="hold">
                                          <p:stCondLst>
                                            <p:cond delay="0"/>
                                          </p:stCondLst>
                                        </p:cTn>
                                        <p:tgtEl>
                                          <p:spTgt spid="590"/>
                                        </p:tgtEl>
                                        <p:attrNameLst>
                                          <p:attrName>style.visibility</p:attrName>
                                        </p:attrNameLst>
                                      </p:cBhvr>
                                      <p:to>
                                        <p:strVal val="visible"/>
                                      </p:to>
                                    </p:set>
                                    <p:animEffect filter="fade" transition="in">
                                      <p:cBhvr additive="repl">
                                        <p:cTn id="549" dur="1000"/>
                                        <p:tgtEl>
                                          <p:spTgt spid="590"/>
                                        </p:tgtEl>
                                      </p:cBhvr>
                                    </p:animEffect>
                                    <p:anim calcmode="lin" valueType="num">
                                      <p:cBhvr additive="repl">
                                        <p:cTn id="550" dur="1000" fill="hold"/>
                                        <p:tgtEl>
                                          <p:spTgt spid="590"/>
                                        </p:tgtEl>
                                        <p:attrNameLst>
                                          <p:attrName>ppt_x</p:attrName>
                                        </p:attrNameLst>
                                      </p:cBhvr>
                                      <p:tavLst>
                                        <p:tav tm="0">
                                          <p:val>
                                            <p:strVal val="#ppt_x"/>
                                          </p:val>
                                        </p:tav>
                                        <p:tav tm="100000">
                                          <p:val>
                                            <p:strVal val="#ppt_x"/>
                                          </p:val>
                                        </p:tav>
                                      </p:tavLst>
                                    </p:anim>
                                    <p:anim calcmode="lin" valueType="num">
                                      <p:cBhvr additive="repl">
                                        <p:cTn id="551" dur="1000" fill="hold"/>
                                        <p:tgtEl>
                                          <p:spTgt spid="590"/>
                                        </p:tgtEl>
                                        <p:attrNameLst>
                                          <p:attrName>ppt_y</p:attrName>
                                        </p:attrNameLst>
                                      </p:cBhvr>
                                      <p:tavLst>
                                        <p:tav tm="0">
                                          <p:val>
                                            <p:strVal val="#ppt_y+.1"/>
                                          </p:val>
                                        </p:tav>
                                        <p:tav tm="100000">
                                          <p:val>
                                            <p:strVal val="#ppt_y"/>
                                          </p:val>
                                        </p:tav>
                                      </p:tavLst>
                                    </p:anim>
                                  </p:childTnLst>
                                </p:cTn>
                              </p:par>
                            </p:childTnLst>
                          </p:cTn>
                        </p:par>
                      </p:childTnLst>
                    </p:cTn>
                  </p:par>
                  <p:par>
                    <p:cTn id="552" fill="hold">
                      <p:stCondLst>
                        <p:cond delay="indefinite"/>
                      </p:stCondLst>
                      <p:childTnLst>
                        <p:par>
                          <p:cTn id="553" fill="hold">
                            <p:stCondLst>
                              <p:cond delay="0"/>
                            </p:stCondLst>
                            <p:childTnLst>
                              <p:par>
                                <p:cTn id="554" nodeType="clickEffect" fill="hold" presetClass="entr" presetID="42">
                                  <p:stCondLst>
                                    <p:cond delay="0"/>
                                  </p:stCondLst>
                                  <p:childTnLst>
                                    <p:set>
                                      <p:cBhvr>
                                        <p:cTn id="555" dur="1" fill="hold">
                                          <p:stCondLst>
                                            <p:cond delay="0"/>
                                          </p:stCondLst>
                                        </p:cTn>
                                        <p:tgtEl>
                                          <p:spTgt spid="591">
                                            <p:txEl>
                                              <p:pRg st="0" end="0"/>
                                            </p:txEl>
                                          </p:spTgt>
                                        </p:tgtEl>
                                        <p:attrNameLst>
                                          <p:attrName>style.visibility</p:attrName>
                                        </p:attrNameLst>
                                      </p:cBhvr>
                                      <p:to>
                                        <p:strVal val="visible"/>
                                      </p:to>
                                    </p:set>
                                    <p:animEffect filter="fade" transition="in">
                                      <p:cBhvr additive="repl">
                                        <p:cTn id="556" dur="1000"/>
                                        <p:tgtEl>
                                          <p:spTgt spid="591">
                                            <p:txEl>
                                              <p:pRg st="0" end="0"/>
                                            </p:txEl>
                                          </p:spTgt>
                                        </p:tgtEl>
                                      </p:cBhvr>
                                    </p:animEffect>
                                    <p:anim calcmode="lin" valueType="num">
                                      <p:cBhvr additive="repl">
                                        <p:cTn id="557" dur="1000" fill="hold"/>
                                        <p:tgtEl>
                                          <p:spTgt spid="591">
                                            <p:txEl>
                                              <p:pRg st="0" end="0"/>
                                            </p:txEl>
                                          </p:spTgt>
                                        </p:tgtEl>
                                        <p:attrNameLst>
                                          <p:attrName>ppt_x</p:attrName>
                                        </p:attrNameLst>
                                      </p:cBhvr>
                                      <p:tavLst>
                                        <p:tav tm="0">
                                          <p:val>
                                            <p:strVal val="#ppt_x"/>
                                          </p:val>
                                        </p:tav>
                                        <p:tav tm="100000">
                                          <p:val>
                                            <p:strVal val="#ppt_x"/>
                                          </p:val>
                                        </p:tav>
                                      </p:tavLst>
                                    </p:anim>
                                    <p:anim calcmode="lin" valueType="num">
                                      <p:cBhvr additive="repl">
                                        <p:cTn id="558" dur="1000" fill="hold"/>
                                        <p:tgtEl>
                                          <p:spTgt spid="59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3" name="Picture 16" descr=""/>
          <p:cNvPicPr/>
          <p:nvPr/>
        </p:nvPicPr>
        <p:blipFill>
          <a:blip r:embed="rId1"/>
          <a:srcRect l="0" t="96170" r="0" b="0"/>
          <a:stretch/>
        </p:blipFill>
        <p:spPr>
          <a:xfrm>
            <a:off x="676080" y="6472080"/>
            <a:ext cx="2142720" cy="192600"/>
          </a:xfrm>
          <a:prstGeom prst="rect">
            <a:avLst/>
          </a:prstGeom>
          <a:ln w="0">
            <a:noFill/>
          </a:ln>
        </p:spPr>
      </p:pic>
      <p:sp>
        <p:nvSpPr>
          <p:cNvPr id="594"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95" name="Text Placeholder 39"/>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96" name="Text Placeholder 4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97"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598" name="" descr=""/>
          <p:cNvPicPr/>
          <p:nvPr/>
        </p:nvPicPr>
        <p:blipFill>
          <a:blip r:embed="rId2"/>
          <a:stretch/>
        </p:blipFill>
        <p:spPr>
          <a:xfrm>
            <a:off x="813240" y="1200960"/>
            <a:ext cx="9473760" cy="5325840"/>
          </a:xfrm>
          <a:prstGeom prst="rect">
            <a:avLst/>
          </a:prstGeom>
          <a:ln w="0">
            <a:noFill/>
          </a:ln>
        </p:spPr>
      </p:pic>
    </p:spTree>
  </p:cSld>
  <mc:AlternateContent>
    <mc:Choice Requires="p14">
      <p:transition spd="slow" p14:dur="2000"/>
    </mc:Choice>
    <mc:Fallback>
      <p:transition spd="slow"/>
    </mc:Fallback>
  </mc:AlternateContent>
  <p:timing>
    <p:tnLst>
      <p:par>
        <p:cTn id="559" dur="indefinite" restart="never" nodeType="tmRoot">
          <p:childTnLst>
            <p:seq>
              <p:cTn id="560" dur="indefinite" nodeType="mainSeq">
                <p:childTnLst>
                  <p:par>
                    <p:cTn id="561" fill="hold">
                      <p:stCondLst>
                        <p:cond delay="indefinite"/>
                      </p:stCondLst>
                      <p:childTnLst>
                        <p:par>
                          <p:cTn id="562" fill="hold">
                            <p:stCondLst>
                              <p:cond delay="0"/>
                            </p:stCondLst>
                            <p:childTnLst>
                              <p:par>
                                <p:cTn id="563" nodeType="clickEffect" fill="hold" presetClass="entr" presetID="53" presetSubtype="16">
                                  <p:stCondLst>
                                    <p:cond delay="0"/>
                                  </p:stCondLst>
                                  <p:childTnLst>
                                    <p:set>
                                      <p:cBhvr>
                                        <p:cTn id="564" dur="1" fill="hold">
                                          <p:stCondLst>
                                            <p:cond delay="0"/>
                                          </p:stCondLst>
                                        </p:cTn>
                                        <p:tgtEl>
                                          <p:spTgt spid="594"/>
                                        </p:tgtEl>
                                        <p:attrNameLst>
                                          <p:attrName>style.visibility</p:attrName>
                                        </p:attrNameLst>
                                      </p:cBhvr>
                                      <p:to>
                                        <p:strVal val="visible"/>
                                      </p:to>
                                    </p:set>
                                    <p:anim calcmode="lin" valueType="num">
                                      <p:cBhvr additive="repl">
                                        <p:cTn id="565" dur="500" fill="hold"/>
                                        <p:tgtEl>
                                          <p:spTgt spid="594"/>
                                        </p:tgtEl>
                                        <p:attrNameLst>
                                          <p:attrName>ppt_w</p:attrName>
                                        </p:attrNameLst>
                                      </p:cBhvr>
                                      <p:tavLst>
                                        <p:tav tm="0">
                                          <p:val>
                                            <p:strVal val="0"/>
                                          </p:val>
                                        </p:tav>
                                        <p:tav tm="100000">
                                          <p:val>
                                            <p:strVal val="#ppt_w"/>
                                          </p:val>
                                        </p:tav>
                                      </p:tavLst>
                                    </p:anim>
                                    <p:anim calcmode="lin" valueType="num">
                                      <p:cBhvr additive="repl">
                                        <p:cTn id="566" dur="500" fill="hold"/>
                                        <p:tgtEl>
                                          <p:spTgt spid="594"/>
                                        </p:tgtEl>
                                        <p:attrNameLst>
                                          <p:attrName>ppt_h</p:attrName>
                                        </p:attrNameLst>
                                      </p:cBhvr>
                                      <p:tavLst>
                                        <p:tav tm="0">
                                          <p:val>
                                            <p:strVal val="0"/>
                                          </p:val>
                                        </p:tav>
                                        <p:tav tm="100000">
                                          <p:val>
                                            <p:strVal val="#ppt_h"/>
                                          </p:val>
                                        </p:tav>
                                      </p:tavLst>
                                    </p:anim>
                                    <p:animEffect filter="fade" transition="in">
                                      <p:cBhvr additive="repl">
                                        <p:cTn id="567" dur="500"/>
                                        <p:tgtEl>
                                          <p:spTgt spid="594"/>
                                        </p:tgtEl>
                                      </p:cBhvr>
                                    </p:animEffect>
                                  </p:childTnLst>
                                </p:cTn>
                              </p:par>
                            </p:childTnLst>
                          </p:cTn>
                        </p:par>
                      </p:childTnLst>
                    </p:cTn>
                  </p:par>
                  <p:par>
                    <p:cTn id="568" fill="hold">
                      <p:stCondLst>
                        <p:cond delay="indefinite"/>
                      </p:stCondLst>
                      <p:childTnLst>
                        <p:par>
                          <p:cTn id="569" fill="hold">
                            <p:stCondLst>
                              <p:cond delay="0"/>
                            </p:stCondLst>
                            <p:childTnLst>
                              <p:par>
                                <p:cTn id="570" nodeType="clickEffect" fill="hold" presetClass="entr" presetID="42">
                                  <p:stCondLst>
                                    <p:cond delay="0"/>
                                  </p:stCondLst>
                                  <p:endCondLst>
                                    <p:cond delay="0" evt="begin"/>
                                  </p:endCondLst>
                                  <p:childTnLst>
                                    <p:set>
                                      <p:cBhvr>
                                        <p:cTn id="571" dur="1" fill="hold">
                                          <p:stCondLst>
                                            <p:cond delay="0"/>
                                          </p:stCondLst>
                                        </p:cTn>
                                        <p:tgtEl>
                                          <p:spTgt spid="595"/>
                                        </p:tgtEl>
                                        <p:attrNameLst>
                                          <p:attrName>style.visibility</p:attrName>
                                        </p:attrNameLst>
                                      </p:cBhvr>
                                      <p:to>
                                        <p:strVal val="visible"/>
                                      </p:to>
                                    </p:set>
                                    <p:animEffect filter="fade" transition="in">
                                      <p:cBhvr additive="repl">
                                        <p:cTn id="572" dur="1000"/>
                                        <p:tgtEl>
                                          <p:spTgt spid="595"/>
                                        </p:tgtEl>
                                      </p:cBhvr>
                                    </p:animEffect>
                                    <p:anim calcmode="lin" valueType="num">
                                      <p:cBhvr additive="repl">
                                        <p:cTn id="573" dur="1000" fill="hold"/>
                                        <p:tgtEl>
                                          <p:spTgt spid="595"/>
                                        </p:tgtEl>
                                        <p:attrNameLst>
                                          <p:attrName>ppt_x</p:attrName>
                                        </p:attrNameLst>
                                      </p:cBhvr>
                                      <p:tavLst>
                                        <p:tav tm="0">
                                          <p:val>
                                            <p:strVal val="#ppt_x"/>
                                          </p:val>
                                        </p:tav>
                                        <p:tav tm="100000">
                                          <p:val>
                                            <p:strVal val="#ppt_x"/>
                                          </p:val>
                                        </p:tav>
                                      </p:tavLst>
                                    </p:anim>
                                    <p:anim calcmode="lin" valueType="num">
                                      <p:cBhvr additive="repl">
                                        <p:cTn id="574" dur="1000" fill="hold"/>
                                        <p:tgtEl>
                                          <p:spTgt spid="595"/>
                                        </p:tgtEl>
                                        <p:attrNameLst>
                                          <p:attrName>ppt_y</p:attrName>
                                        </p:attrNameLst>
                                      </p:cBhvr>
                                      <p:tavLst>
                                        <p:tav tm="0">
                                          <p:val>
                                            <p:strVal val="#ppt_y+.1"/>
                                          </p:val>
                                        </p:tav>
                                        <p:tav tm="100000">
                                          <p:val>
                                            <p:strVal val="#ppt_y"/>
                                          </p:val>
                                        </p:tav>
                                      </p:tavLst>
                                    </p:anim>
                                  </p:childTnLst>
                                </p:cTn>
                              </p:par>
                            </p:childTnLst>
                          </p:cTn>
                        </p:par>
                      </p:childTnLst>
                    </p:cTn>
                  </p:par>
                  <p:par>
                    <p:cTn id="575" fill="hold">
                      <p:stCondLst>
                        <p:cond delay="indefinite"/>
                      </p:stCondLst>
                      <p:childTnLst>
                        <p:par>
                          <p:cTn id="576" fill="hold">
                            <p:stCondLst>
                              <p:cond delay="0"/>
                            </p:stCondLst>
                            <p:childTnLst>
                              <p:par>
                                <p:cTn id="577" nodeType="clickEffect" fill="hold" presetClass="entr" presetID="42">
                                  <p:stCondLst>
                                    <p:cond delay="0"/>
                                  </p:stCondLst>
                                  <p:endCondLst>
                                    <p:cond delay="0" evt="begin"/>
                                  </p:endCondLst>
                                  <p:childTnLst>
                                    <p:set>
                                      <p:cBhvr>
                                        <p:cTn id="578" dur="1" fill="hold">
                                          <p:stCondLst>
                                            <p:cond delay="0"/>
                                          </p:stCondLst>
                                        </p:cTn>
                                        <p:tgtEl>
                                          <p:spTgt spid="596"/>
                                        </p:tgtEl>
                                        <p:attrNameLst>
                                          <p:attrName>style.visibility</p:attrName>
                                        </p:attrNameLst>
                                      </p:cBhvr>
                                      <p:to>
                                        <p:strVal val="visible"/>
                                      </p:to>
                                    </p:set>
                                    <p:animEffect filter="fade" transition="in">
                                      <p:cBhvr additive="repl">
                                        <p:cTn id="579" dur="1000"/>
                                        <p:tgtEl>
                                          <p:spTgt spid="596"/>
                                        </p:tgtEl>
                                      </p:cBhvr>
                                    </p:animEffect>
                                    <p:anim calcmode="lin" valueType="num">
                                      <p:cBhvr additive="repl">
                                        <p:cTn id="580" dur="1000" fill="hold"/>
                                        <p:tgtEl>
                                          <p:spTgt spid="596"/>
                                        </p:tgtEl>
                                        <p:attrNameLst>
                                          <p:attrName>ppt_x</p:attrName>
                                        </p:attrNameLst>
                                      </p:cBhvr>
                                      <p:tavLst>
                                        <p:tav tm="0">
                                          <p:val>
                                            <p:strVal val="#ppt_x"/>
                                          </p:val>
                                        </p:tav>
                                        <p:tav tm="100000">
                                          <p:val>
                                            <p:strVal val="#ppt_x"/>
                                          </p:val>
                                        </p:tav>
                                      </p:tavLst>
                                    </p:anim>
                                    <p:anim calcmode="lin" valueType="num">
                                      <p:cBhvr additive="repl">
                                        <p:cTn id="581" dur="1000" fill="hold"/>
                                        <p:tgtEl>
                                          <p:spTgt spid="596"/>
                                        </p:tgtEl>
                                        <p:attrNameLst>
                                          <p:attrName>ppt_y</p:attrName>
                                        </p:attrNameLst>
                                      </p:cBhvr>
                                      <p:tavLst>
                                        <p:tav tm="0">
                                          <p:val>
                                            <p:strVal val="#ppt_y+.1"/>
                                          </p:val>
                                        </p:tav>
                                        <p:tav tm="100000">
                                          <p:val>
                                            <p:strVal val="#ppt_y"/>
                                          </p:val>
                                        </p:tav>
                                      </p:tavLst>
                                    </p:anim>
                                  </p:childTnLst>
                                </p:cTn>
                              </p:par>
                            </p:childTnLst>
                          </p:cTn>
                        </p:par>
                      </p:childTnLst>
                    </p:cTn>
                  </p:par>
                  <p:par>
                    <p:cTn id="582" fill="hold">
                      <p:stCondLst>
                        <p:cond delay="indefinite"/>
                      </p:stCondLst>
                      <p:childTnLst>
                        <p:par>
                          <p:cTn id="583" fill="hold">
                            <p:stCondLst>
                              <p:cond delay="0"/>
                            </p:stCondLst>
                            <p:childTnLst>
                              <p:par>
                                <p:cTn id="584" nodeType="clickEffect" fill="hold" presetClass="entr" presetID="42">
                                  <p:stCondLst>
                                    <p:cond delay="0"/>
                                  </p:stCondLst>
                                  <p:childTnLst>
                                    <p:set>
                                      <p:cBhvr>
                                        <p:cTn id="585" dur="1" fill="hold">
                                          <p:stCondLst>
                                            <p:cond delay="0"/>
                                          </p:stCondLst>
                                        </p:cTn>
                                        <p:tgtEl>
                                          <p:spTgt spid="597">
                                            <p:txEl>
                                              <p:pRg st="0" end="0"/>
                                            </p:txEl>
                                          </p:spTgt>
                                        </p:tgtEl>
                                        <p:attrNameLst>
                                          <p:attrName>style.visibility</p:attrName>
                                        </p:attrNameLst>
                                      </p:cBhvr>
                                      <p:to>
                                        <p:strVal val="visible"/>
                                      </p:to>
                                    </p:set>
                                    <p:animEffect filter="fade" transition="in">
                                      <p:cBhvr additive="repl">
                                        <p:cTn id="586" dur="1000"/>
                                        <p:tgtEl>
                                          <p:spTgt spid="597">
                                            <p:txEl>
                                              <p:pRg st="0" end="0"/>
                                            </p:txEl>
                                          </p:spTgt>
                                        </p:tgtEl>
                                      </p:cBhvr>
                                    </p:animEffect>
                                    <p:anim calcmode="lin" valueType="num">
                                      <p:cBhvr additive="repl">
                                        <p:cTn id="587" dur="1000" fill="hold"/>
                                        <p:tgtEl>
                                          <p:spTgt spid="597">
                                            <p:txEl>
                                              <p:pRg st="0" end="0"/>
                                            </p:txEl>
                                          </p:spTgt>
                                        </p:tgtEl>
                                        <p:attrNameLst>
                                          <p:attrName>ppt_x</p:attrName>
                                        </p:attrNameLst>
                                      </p:cBhvr>
                                      <p:tavLst>
                                        <p:tav tm="0">
                                          <p:val>
                                            <p:strVal val="#ppt_x"/>
                                          </p:val>
                                        </p:tav>
                                        <p:tav tm="100000">
                                          <p:val>
                                            <p:strVal val="#ppt_x"/>
                                          </p:val>
                                        </p:tav>
                                      </p:tavLst>
                                    </p:anim>
                                    <p:anim calcmode="lin" valueType="num">
                                      <p:cBhvr additive="repl">
                                        <p:cTn id="588" dur="1000" fill="hold"/>
                                        <p:tgtEl>
                                          <p:spTgt spid="59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9" name="Picture 15" descr=""/>
          <p:cNvPicPr/>
          <p:nvPr/>
        </p:nvPicPr>
        <p:blipFill>
          <a:blip r:embed="rId1"/>
          <a:srcRect l="0" t="96170" r="0" b="0"/>
          <a:stretch/>
        </p:blipFill>
        <p:spPr>
          <a:xfrm>
            <a:off x="676080" y="6472080"/>
            <a:ext cx="2142720" cy="192600"/>
          </a:xfrm>
          <a:prstGeom prst="rect">
            <a:avLst/>
          </a:prstGeom>
          <a:ln w="0">
            <a:noFill/>
          </a:ln>
        </p:spPr>
      </p:pic>
      <p:sp>
        <p:nvSpPr>
          <p:cNvPr id="60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601" name="Text Placeholder 36"/>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602" name="Text Placeholder 37"/>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603"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604" name="" descr=""/>
          <p:cNvPicPr/>
          <p:nvPr/>
        </p:nvPicPr>
        <p:blipFill>
          <a:blip r:embed="rId2"/>
          <a:stretch/>
        </p:blipFill>
        <p:spPr>
          <a:xfrm>
            <a:off x="813240" y="1143000"/>
            <a:ext cx="9930960" cy="5582880"/>
          </a:xfrm>
          <a:prstGeom prst="rect">
            <a:avLst/>
          </a:prstGeom>
          <a:ln w="0">
            <a:noFill/>
          </a:ln>
        </p:spPr>
      </p:pic>
    </p:spTree>
  </p:cSld>
  <mc:AlternateContent>
    <mc:Choice Requires="p14">
      <p:transition spd="slow" p14:dur="2000"/>
    </mc:Choice>
    <mc:Fallback>
      <p:transition spd="slow"/>
    </mc:Fallback>
  </mc:AlternateContent>
  <p:timing>
    <p:tnLst>
      <p:par>
        <p:cTn id="589" dur="indefinite" restart="never" nodeType="tmRoot">
          <p:childTnLst>
            <p:seq>
              <p:cTn id="590" dur="indefinite" nodeType="mainSeq">
                <p:childTnLst>
                  <p:par>
                    <p:cTn id="591" fill="hold">
                      <p:stCondLst>
                        <p:cond delay="indefinite"/>
                      </p:stCondLst>
                      <p:childTnLst>
                        <p:par>
                          <p:cTn id="592" fill="hold">
                            <p:stCondLst>
                              <p:cond delay="0"/>
                            </p:stCondLst>
                            <p:childTnLst>
                              <p:par>
                                <p:cTn id="593" nodeType="clickEffect" fill="hold" presetClass="entr" presetID="53" presetSubtype="16">
                                  <p:stCondLst>
                                    <p:cond delay="0"/>
                                  </p:stCondLst>
                                  <p:childTnLst>
                                    <p:set>
                                      <p:cBhvr>
                                        <p:cTn id="594" dur="1" fill="hold">
                                          <p:stCondLst>
                                            <p:cond delay="0"/>
                                          </p:stCondLst>
                                        </p:cTn>
                                        <p:tgtEl>
                                          <p:spTgt spid="600"/>
                                        </p:tgtEl>
                                        <p:attrNameLst>
                                          <p:attrName>style.visibility</p:attrName>
                                        </p:attrNameLst>
                                      </p:cBhvr>
                                      <p:to>
                                        <p:strVal val="visible"/>
                                      </p:to>
                                    </p:set>
                                    <p:anim calcmode="lin" valueType="num">
                                      <p:cBhvr additive="repl">
                                        <p:cTn id="595" dur="500" fill="hold"/>
                                        <p:tgtEl>
                                          <p:spTgt spid="600"/>
                                        </p:tgtEl>
                                        <p:attrNameLst>
                                          <p:attrName>ppt_w</p:attrName>
                                        </p:attrNameLst>
                                      </p:cBhvr>
                                      <p:tavLst>
                                        <p:tav tm="0">
                                          <p:val>
                                            <p:strVal val="0"/>
                                          </p:val>
                                        </p:tav>
                                        <p:tav tm="100000">
                                          <p:val>
                                            <p:strVal val="#ppt_w"/>
                                          </p:val>
                                        </p:tav>
                                      </p:tavLst>
                                    </p:anim>
                                    <p:anim calcmode="lin" valueType="num">
                                      <p:cBhvr additive="repl">
                                        <p:cTn id="596" dur="500" fill="hold"/>
                                        <p:tgtEl>
                                          <p:spTgt spid="600"/>
                                        </p:tgtEl>
                                        <p:attrNameLst>
                                          <p:attrName>ppt_h</p:attrName>
                                        </p:attrNameLst>
                                      </p:cBhvr>
                                      <p:tavLst>
                                        <p:tav tm="0">
                                          <p:val>
                                            <p:strVal val="0"/>
                                          </p:val>
                                        </p:tav>
                                        <p:tav tm="100000">
                                          <p:val>
                                            <p:strVal val="#ppt_h"/>
                                          </p:val>
                                        </p:tav>
                                      </p:tavLst>
                                    </p:anim>
                                    <p:animEffect filter="fade" transition="in">
                                      <p:cBhvr additive="repl">
                                        <p:cTn id="597" dur="500"/>
                                        <p:tgtEl>
                                          <p:spTgt spid="600"/>
                                        </p:tgtEl>
                                      </p:cBhvr>
                                    </p:animEffect>
                                  </p:childTnLst>
                                </p:cTn>
                              </p:par>
                            </p:childTnLst>
                          </p:cTn>
                        </p:par>
                      </p:childTnLst>
                    </p:cTn>
                  </p:par>
                  <p:par>
                    <p:cTn id="598" fill="hold">
                      <p:stCondLst>
                        <p:cond delay="indefinite"/>
                      </p:stCondLst>
                      <p:childTnLst>
                        <p:par>
                          <p:cTn id="599" fill="hold">
                            <p:stCondLst>
                              <p:cond delay="0"/>
                            </p:stCondLst>
                            <p:childTnLst>
                              <p:par>
                                <p:cTn id="600" nodeType="clickEffect" fill="hold" presetClass="entr" presetID="42">
                                  <p:stCondLst>
                                    <p:cond delay="0"/>
                                  </p:stCondLst>
                                  <p:endCondLst>
                                    <p:cond delay="0" evt="begin"/>
                                  </p:endCondLst>
                                  <p:childTnLst>
                                    <p:set>
                                      <p:cBhvr>
                                        <p:cTn id="601" dur="1" fill="hold">
                                          <p:stCondLst>
                                            <p:cond delay="0"/>
                                          </p:stCondLst>
                                        </p:cTn>
                                        <p:tgtEl>
                                          <p:spTgt spid="601"/>
                                        </p:tgtEl>
                                        <p:attrNameLst>
                                          <p:attrName>style.visibility</p:attrName>
                                        </p:attrNameLst>
                                      </p:cBhvr>
                                      <p:to>
                                        <p:strVal val="visible"/>
                                      </p:to>
                                    </p:set>
                                    <p:animEffect filter="fade" transition="in">
                                      <p:cBhvr additive="repl">
                                        <p:cTn id="602" dur="1000"/>
                                        <p:tgtEl>
                                          <p:spTgt spid="601"/>
                                        </p:tgtEl>
                                      </p:cBhvr>
                                    </p:animEffect>
                                    <p:anim calcmode="lin" valueType="num">
                                      <p:cBhvr additive="repl">
                                        <p:cTn id="603" dur="1000" fill="hold"/>
                                        <p:tgtEl>
                                          <p:spTgt spid="601"/>
                                        </p:tgtEl>
                                        <p:attrNameLst>
                                          <p:attrName>ppt_x</p:attrName>
                                        </p:attrNameLst>
                                      </p:cBhvr>
                                      <p:tavLst>
                                        <p:tav tm="0">
                                          <p:val>
                                            <p:strVal val="#ppt_x"/>
                                          </p:val>
                                        </p:tav>
                                        <p:tav tm="100000">
                                          <p:val>
                                            <p:strVal val="#ppt_x"/>
                                          </p:val>
                                        </p:tav>
                                      </p:tavLst>
                                    </p:anim>
                                    <p:anim calcmode="lin" valueType="num">
                                      <p:cBhvr additive="repl">
                                        <p:cTn id="604" dur="1000" fill="hold"/>
                                        <p:tgtEl>
                                          <p:spTgt spid="601"/>
                                        </p:tgtEl>
                                        <p:attrNameLst>
                                          <p:attrName>ppt_y</p:attrName>
                                        </p:attrNameLst>
                                      </p:cBhvr>
                                      <p:tavLst>
                                        <p:tav tm="0">
                                          <p:val>
                                            <p:strVal val="#ppt_y+.1"/>
                                          </p:val>
                                        </p:tav>
                                        <p:tav tm="100000">
                                          <p:val>
                                            <p:strVal val="#ppt_y"/>
                                          </p:val>
                                        </p:tav>
                                      </p:tavLst>
                                    </p:anim>
                                  </p:childTnLst>
                                </p:cTn>
                              </p:par>
                            </p:childTnLst>
                          </p:cTn>
                        </p:par>
                      </p:childTnLst>
                    </p:cTn>
                  </p:par>
                  <p:par>
                    <p:cTn id="605" fill="hold">
                      <p:stCondLst>
                        <p:cond delay="indefinite"/>
                      </p:stCondLst>
                      <p:childTnLst>
                        <p:par>
                          <p:cTn id="606" fill="hold">
                            <p:stCondLst>
                              <p:cond delay="0"/>
                            </p:stCondLst>
                            <p:childTnLst>
                              <p:par>
                                <p:cTn id="607" nodeType="clickEffect" fill="hold" presetClass="entr" presetID="42">
                                  <p:stCondLst>
                                    <p:cond delay="0"/>
                                  </p:stCondLst>
                                  <p:endCondLst>
                                    <p:cond delay="0" evt="begin"/>
                                  </p:endCondLst>
                                  <p:childTnLst>
                                    <p:set>
                                      <p:cBhvr>
                                        <p:cTn id="608" dur="1" fill="hold">
                                          <p:stCondLst>
                                            <p:cond delay="0"/>
                                          </p:stCondLst>
                                        </p:cTn>
                                        <p:tgtEl>
                                          <p:spTgt spid="602"/>
                                        </p:tgtEl>
                                        <p:attrNameLst>
                                          <p:attrName>style.visibility</p:attrName>
                                        </p:attrNameLst>
                                      </p:cBhvr>
                                      <p:to>
                                        <p:strVal val="visible"/>
                                      </p:to>
                                    </p:set>
                                    <p:animEffect filter="fade" transition="in">
                                      <p:cBhvr additive="repl">
                                        <p:cTn id="609" dur="1000"/>
                                        <p:tgtEl>
                                          <p:spTgt spid="602"/>
                                        </p:tgtEl>
                                      </p:cBhvr>
                                    </p:animEffect>
                                    <p:anim calcmode="lin" valueType="num">
                                      <p:cBhvr additive="repl">
                                        <p:cTn id="610" dur="1000" fill="hold"/>
                                        <p:tgtEl>
                                          <p:spTgt spid="602"/>
                                        </p:tgtEl>
                                        <p:attrNameLst>
                                          <p:attrName>ppt_x</p:attrName>
                                        </p:attrNameLst>
                                      </p:cBhvr>
                                      <p:tavLst>
                                        <p:tav tm="0">
                                          <p:val>
                                            <p:strVal val="#ppt_x"/>
                                          </p:val>
                                        </p:tav>
                                        <p:tav tm="100000">
                                          <p:val>
                                            <p:strVal val="#ppt_x"/>
                                          </p:val>
                                        </p:tav>
                                      </p:tavLst>
                                    </p:anim>
                                    <p:anim calcmode="lin" valueType="num">
                                      <p:cBhvr additive="repl">
                                        <p:cTn id="611" dur="1000" fill="hold"/>
                                        <p:tgtEl>
                                          <p:spTgt spid="602"/>
                                        </p:tgtEl>
                                        <p:attrNameLst>
                                          <p:attrName>ppt_y</p:attrName>
                                        </p:attrNameLst>
                                      </p:cBhvr>
                                      <p:tavLst>
                                        <p:tav tm="0">
                                          <p:val>
                                            <p:strVal val="#ppt_y+.1"/>
                                          </p:val>
                                        </p:tav>
                                        <p:tav tm="100000">
                                          <p:val>
                                            <p:strVal val="#ppt_y"/>
                                          </p:val>
                                        </p:tav>
                                      </p:tavLst>
                                    </p:anim>
                                  </p:childTnLst>
                                </p:cTn>
                              </p:par>
                            </p:childTnLst>
                          </p:cTn>
                        </p:par>
                      </p:childTnLst>
                    </p:cTn>
                  </p:par>
                  <p:par>
                    <p:cTn id="612" fill="hold">
                      <p:stCondLst>
                        <p:cond delay="indefinite"/>
                      </p:stCondLst>
                      <p:childTnLst>
                        <p:par>
                          <p:cTn id="613" fill="hold">
                            <p:stCondLst>
                              <p:cond delay="0"/>
                            </p:stCondLst>
                            <p:childTnLst>
                              <p:par>
                                <p:cTn id="614" nodeType="clickEffect" fill="hold" presetClass="entr" presetID="42">
                                  <p:stCondLst>
                                    <p:cond delay="0"/>
                                  </p:stCondLst>
                                  <p:childTnLst>
                                    <p:set>
                                      <p:cBhvr>
                                        <p:cTn id="615" dur="1" fill="hold">
                                          <p:stCondLst>
                                            <p:cond delay="0"/>
                                          </p:stCondLst>
                                        </p:cTn>
                                        <p:tgtEl>
                                          <p:spTgt spid="603">
                                            <p:txEl>
                                              <p:pRg st="0" end="0"/>
                                            </p:txEl>
                                          </p:spTgt>
                                        </p:tgtEl>
                                        <p:attrNameLst>
                                          <p:attrName>style.visibility</p:attrName>
                                        </p:attrNameLst>
                                      </p:cBhvr>
                                      <p:to>
                                        <p:strVal val="visible"/>
                                      </p:to>
                                    </p:set>
                                    <p:animEffect filter="fade" transition="in">
                                      <p:cBhvr additive="repl">
                                        <p:cTn id="616" dur="1000"/>
                                        <p:tgtEl>
                                          <p:spTgt spid="603">
                                            <p:txEl>
                                              <p:pRg st="0" end="0"/>
                                            </p:txEl>
                                          </p:spTgt>
                                        </p:tgtEl>
                                      </p:cBhvr>
                                    </p:animEffect>
                                    <p:anim calcmode="lin" valueType="num">
                                      <p:cBhvr additive="repl">
                                        <p:cTn id="617" dur="1000" fill="hold"/>
                                        <p:tgtEl>
                                          <p:spTgt spid="603">
                                            <p:txEl>
                                              <p:pRg st="0" end="0"/>
                                            </p:txEl>
                                          </p:spTgt>
                                        </p:tgtEl>
                                        <p:attrNameLst>
                                          <p:attrName>ppt_x</p:attrName>
                                        </p:attrNameLst>
                                      </p:cBhvr>
                                      <p:tavLst>
                                        <p:tav tm="0">
                                          <p:val>
                                            <p:strVal val="#ppt_x"/>
                                          </p:val>
                                        </p:tav>
                                        <p:tav tm="100000">
                                          <p:val>
                                            <p:strVal val="#ppt_x"/>
                                          </p:val>
                                        </p:tav>
                                      </p:tavLst>
                                    </p:anim>
                                    <p:anim calcmode="lin" valueType="num">
                                      <p:cBhvr additive="repl">
                                        <p:cTn id="618" dur="1000" fill="hold"/>
                                        <p:tgtEl>
                                          <p:spTgt spid="60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5" name="Picture 19" descr=""/>
          <p:cNvPicPr/>
          <p:nvPr/>
        </p:nvPicPr>
        <p:blipFill>
          <a:blip r:embed="rId1"/>
          <a:srcRect l="0" t="96170" r="0" b="0"/>
          <a:stretch/>
        </p:blipFill>
        <p:spPr>
          <a:xfrm>
            <a:off x="676080" y="6472080"/>
            <a:ext cx="2142720" cy="192600"/>
          </a:xfrm>
          <a:prstGeom prst="rect">
            <a:avLst/>
          </a:prstGeom>
          <a:ln w="0">
            <a:noFill/>
          </a:ln>
        </p:spPr>
      </p:pic>
      <p:sp>
        <p:nvSpPr>
          <p:cNvPr id="606"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607" name="Text Placeholder 48"/>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608" name="Text Placeholder 49"/>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609"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610" name="" descr=""/>
          <p:cNvPicPr/>
          <p:nvPr/>
        </p:nvPicPr>
        <p:blipFill>
          <a:blip r:embed="rId2"/>
          <a:stretch/>
        </p:blipFill>
        <p:spPr>
          <a:xfrm>
            <a:off x="676080" y="1274400"/>
            <a:ext cx="9245160" cy="5197680"/>
          </a:xfrm>
          <a:prstGeom prst="rect">
            <a:avLst/>
          </a:prstGeom>
          <a:ln w="0">
            <a:noFill/>
          </a:ln>
        </p:spPr>
      </p:pic>
    </p:spTree>
  </p:cSld>
  <mc:AlternateContent>
    <mc:Choice Requires="p14">
      <p:transition spd="slow" p14:dur="2000"/>
    </mc:Choice>
    <mc:Fallback>
      <p:transition spd="slow"/>
    </mc:Fallback>
  </mc:AlternateContent>
  <p:timing>
    <p:tnLst>
      <p:par>
        <p:cTn id="619" dur="indefinite" restart="never" nodeType="tmRoot">
          <p:childTnLst>
            <p:seq>
              <p:cTn id="620" dur="indefinite" nodeType="mainSeq">
                <p:childTnLst>
                  <p:par>
                    <p:cTn id="621" fill="hold">
                      <p:stCondLst>
                        <p:cond delay="indefinite"/>
                      </p:stCondLst>
                      <p:childTnLst>
                        <p:par>
                          <p:cTn id="622" fill="hold">
                            <p:stCondLst>
                              <p:cond delay="0"/>
                            </p:stCondLst>
                            <p:childTnLst>
                              <p:par>
                                <p:cTn id="623" nodeType="clickEffect" fill="hold" presetClass="entr" presetID="53" presetSubtype="16">
                                  <p:stCondLst>
                                    <p:cond delay="0"/>
                                  </p:stCondLst>
                                  <p:childTnLst>
                                    <p:set>
                                      <p:cBhvr>
                                        <p:cTn id="624" dur="1" fill="hold">
                                          <p:stCondLst>
                                            <p:cond delay="0"/>
                                          </p:stCondLst>
                                        </p:cTn>
                                        <p:tgtEl>
                                          <p:spTgt spid="606"/>
                                        </p:tgtEl>
                                        <p:attrNameLst>
                                          <p:attrName>style.visibility</p:attrName>
                                        </p:attrNameLst>
                                      </p:cBhvr>
                                      <p:to>
                                        <p:strVal val="visible"/>
                                      </p:to>
                                    </p:set>
                                    <p:anim calcmode="lin" valueType="num">
                                      <p:cBhvr additive="repl">
                                        <p:cTn id="625" dur="500" fill="hold"/>
                                        <p:tgtEl>
                                          <p:spTgt spid="606"/>
                                        </p:tgtEl>
                                        <p:attrNameLst>
                                          <p:attrName>ppt_w</p:attrName>
                                        </p:attrNameLst>
                                      </p:cBhvr>
                                      <p:tavLst>
                                        <p:tav tm="0">
                                          <p:val>
                                            <p:strVal val="0"/>
                                          </p:val>
                                        </p:tav>
                                        <p:tav tm="100000">
                                          <p:val>
                                            <p:strVal val="#ppt_w"/>
                                          </p:val>
                                        </p:tav>
                                      </p:tavLst>
                                    </p:anim>
                                    <p:anim calcmode="lin" valueType="num">
                                      <p:cBhvr additive="repl">
                                        <p:cTn id="626" dur="500" fill="hold"/>
                                        <p:tgtEl>
                                          <p:spTgt spid="606"/>
                                        </p:tgtEl>
                                        <p:attrNameLst>
                                          <p:attrName>ppt_h</p:attrName>
                                        </p:attrNameLst>
                                      </p:cBhvr>
                                      <p:tavLst>
                                        <p:tav tm="0">
                                          <p:val>
                                            <p:strVal val="0"/>
                                          </p:val>
                                        </p:tav>
                                        <p:tav tm="100000">
                                          <p:val>
                                            <p:strVal val="#ppt_h"/>
                                          </p:val>
                                        </p:tav>
                                      </p:tavLst>
                                    </p:anim>
                                    <p:animEffect filter="fade" transition="in">
                                      <p:cBhvr additive="repl">
                                        <p:cTn id="627" dur="500"/>
                                        <p:tgtEl>
                                          <p:spTgt spid="606"/>
                                        </p:tgtEl>
                                      </p:cBhvr>
                                    </p:animEffect>
                                  </p:childTnLst>
                                </p:cTn>
                              </p:par>
                            </p:childTnLst>
                          </p:cTn>
                        </p:par>
                      </p:childTnLst>
                    </p:cTn>
                  </p:par>
                  <p:par>
                    <p:cTn id="628" fill="hold">
                      <p:stCondLst>
                        <p:cond delay="indefinite"/>
                      </p:stCondLst>
                      <p:childTnLst>
                        <p:par>
                          <p:cTn id="629" fill="hold">
                            <p:stCondLst>
                              <p:cond delay="0"/>
                            </p:stCondLst>
                            <p:childTnLst>
                              <p:par>
                                <p:cTn id="630" nodeType="clickEffect" fill="hold" presetClass="entr" presetID="42">
                                  <p:stCondLst>
                                    <p:cond delay="0"/>
                                  </p:stCondLst>
                                  <p:endCondLst>
                                    <p:cond delay="0" evt="begin"/>
                                  </p:endCondLst>
                                  <p:childTnLst>
                                    <p:set>
                                      <p:cBhvr>
                                        <p:cTn id="631" dur="1" fill="hold">
                                          <p:stCondLst>
                                            <p:cond delay="0"/>
                                          </p:stCondLst>
                                        </p:cTn>
                                        <p:tgtEl>
                                          <p:spTgt spid="607"/>
                                        </p:tgtEl>
                                        <p:attrNameLst>
                                          <p:attrName>style.visibility</p:attrName>
                                        </p:attrNameLst>
                                      </p:cBhvr>
                                      <p:to>
                                        <p:strVal val="visible"/>
                                      </p:to>
                                    </p:set>
                                    <p:animEffect filter="fade" transition="in">
                                      <p:cBhvr additive="repl">
                                        <p:cTn id="632" dur="1000"/>
                                        <p:tgtEl>
                                          <p:spTgt spid="607"/>
                                        </p:tgtEl>
                                      </p:cBhvr>
                                    </p:animEffect>
                                    <p:anim calcmode="lin" valueType="num">
                                      <p:cBhvr additive="repl">
                                        <p:cTn id="633" dur="1000" fill="hold"/>
                                        <p:tgtEl>
                                          <p:spTgt spid="607"/>
                                        </p:tgtEl>
                                        <p:attrNameLst>
                                          <p:attrName>ppt_x</p:attrName>
                                        </p:attrNameLst>
                                      </p:cBhvr>
                                      <p:tavLst>
                                        <p:tav tm="0">
                                          <p:val>
                                            <p:strVal val="#ppt_x"/>
                                          </p:val>
                                        </p:tav>
                                        <p:tav tm="100000">
                                          <p:val>
                                            <p:strVal val="#ppt_x"/>
                                          </p:val>
                                        </p:tav>
                                      </p:tavLst>
                                    </p:anim>
                                    <p:anim calcmode="lin" valueType="num">
                                      <p:cBhvr additive="repl">
                                        <p:cTn id="634" dur="1000" fill="hold"/>
                                        <p:tgtEl>
                                          <p:spTgt spid="607"/>
                                        </p:tgtEl>
                                        <p:attrNameLst>
                                          <p:attrName>ppt_y</p:attrName>
                                        </p:attrNameLst>
                                      </p:cBhvr>
                                      <p:tavLst>
                                        <p:tav tm="0">
                                          <p:val>
                                            <p:strVal val="#ppt_y+.1"/>
                                          </p:val>
                                        </p:tav>
                                        <p:tav tm="100000">
                                          <p:val>
                                            <p:strVal val="#ppt_y"/>
                                          </p:val>
                                        </p:tav>
                                      </p:tavLst>
                                    </p:anim>
                                  </p:childTnLst>
                                </p:cTn>
                              </p:par>
                            </p:childTnLst>
                          </p:cTn>
                        </p:par>
                      </p:childTnLst>
                    </p:cTn>
                  </p:par>
                  <p:par>
                    <p:cTn id="635" fill="hold">
                      <p:stCondLst>
                        <p:cond delay="indefinite"/>
                      </p:stCondLst>
                      <p:childTnLst>
                        <p:par>
                          <p:cTn id="636" fill="hold">
                            <p:stCondLst>
                              <p:cond delay="0"/>
                            </p:stCondLst>
                            <p:childTnLst>
                              <p:par>
                                <p:cTn id="637" nodeType="clickEffect" fill="hold" presetClass="entr" presetID="42">
                                  <p:stCondLst>
                                    <p:cond delay="0"/>
                                  </p:stCondLst>
                                  <p:endCondLst>
                                    <p:cond delay="0" evt="begin"/>
                                  </p:endCondLst>
                                  <p:childTnLst>
                                    <p:set>
                                      <p:cBhvr>
                                        <p:cTn id="638" dur="1" fill="hold">
                                          <p:stCondLst>
                                            <p:cond delay="0"/>
                                          </p:stCondLst>
                                        </p:cTn>
                                        <p:tgtEl>
                                          <p:spTgt spid="608"/>
                                        </p:tgtEl>
                                        <p:attrNameLst>
                                          <p:attrName>style.visibility</p:attrName>
                                        </p:attrNameLst>
                                      </p:cBhvr>
                                      <p:to>
                                        <p:strVal val="visible"/>
                                      </p:to>
                                    </p:set>
                                    <p:animEffect filter="fade" transition="in">
                                      <p:cBhvr additive="repl">
                                        <p:cTn id="639" dur="1000"/>
                                        <p:tgtEl>
                                          <p:spTgt spid="608"/>
                                        </p:tgtEl>
                                      </p:cBhvr>
                                    </p:animEffect>
                                    <p:anim calcmode="lin" valueType="num">
                                      <p:cBhvr additive="repl">
                                        <p:cTn id="640" dur="1000" fill="hold"/>
                                        <p:tgtEl>
                                          <p:spTgt spid="608"/>
                                        </p:tgtEl>
                                        <p:attrNameLst>
                                          <p:attrName>ppt_x</p:attrName>
                                        </p:attrNameLst>
                                      </p:cBhvr>
                                      <p:tavLst>
                                        <p:tav tm="0">
                                          <p:val>
                                            <p:strVal val="#ppt_x"/>
                                          </p:val>
                                        </p:tav>
                                        <p:tav tm="100000">
                                          <p:val>
                                            <p:strVal val="#ppt_x"/>
                                          </p:val>
                                        </p:tav>
                                      </p:tavLst>
                                    </p:anim>
                                    <p:anim calcmode="lin" valueType="num">
                                      <p:cBhvr additive="repl">
                                        <p:cTn id="641" dur="1000" fill="hold"/>
                                        <p:tgtEl>
                                          <p:spTgt spid="608"/>
                                        </p:tgtEl>
                                        <p:attrNameLst>
                                          <p:attrName>ppt_y</p:attrName>
                                        </p:attrNameLst>
                                      </p:cBhvr>
                                      <p:tavLst>
                                        <p:tav tm="0">
                                          <p:val>
                                            <p:strVal val="#ppt_y+.1"/>
                                          </p:val>
                                        </p:tav>
                                        <p:tav tm="100000">
                                          <p:val>
                                            <p:strVal val="#ppt_y"/>
                                          </p:val>
                                        </p:tav>
                                      </p:tavLst>
                                    </p:anim>
                                  </p:childTnLst>
                                </p:cTn>
                              </p:par>
                            </p:childTnLst>
                          </p:cTn>
                        </p:par>
                      </p:childTnLst>
                    </p:cTn>
                  </p:par>
                  <p:par>
                    <p:cTn id="642" fill="hold">
                      <p:stCondLst>
                        <p:cond delay="indefinite"/>
                      </p:stCondLst>
                      <p:childTnLst>
                        <p:par>
                          <p:cTn id="643" fill="hold">
                            <p:stCondLst>
                              <p:cond delay="0"/>
                            </p:stCondLst>
                            <p:childTnLst>
                              <p:par>
                                <p:cTn id="644" nodeType="clickEffect" fill="hold" presetClass="entr" presetID="42">
                                  <p:stCondLst>
                                    <p:cond delay="0"/>
                                  </p:stCondLst>
                                  <p:childTnLst>
                                    <p:set>
                                      <p:cBhvr>
                                        <p:cTn id="645" dur="1" fill="hold">
                                          <p:stCondLst>
                                            <p:cond delay="0"/>
                                          </p:stCondLst>
                                        </p:cTn>
                                        <p:tgtEl>
                                          <p:spTgt spid="609">
                                            <p:txEl>
                                              <p:pRg st="0" end="0"/>
                                            </p:txEl>
                                          </p:spTgt>
                                        </p:tgtEl>
                                        <p:attrNameLst>
                                          <p:attrName>style.visibility</p:attrName>
                                        </p:attrNameLst>
                                      </p:cBhvr>
                                      <p:to>
                                        <p:strVal val="visible"/>
                                      </p:to>
                                    </p:set>
                                    <p:animEffect filter="fade" transition="in">
                                      <p:cBhvr additive="repl">
                                        <p:cTn id="646" dur="1000"/>
                                        <p:tgtEl>
                                          <p:spTgt spid="609">
                                            <p:txEl>
                                              <p:pRg st="0" end="0"/>
                                            </p:txEl>
                                          </p:spTgt>
                                        </p:tgtEl>
                                      </p:cBhvr>
                                    </p:animEffect>
                                    <p:anim calcmode="lin" valueType="num">
                                      <p:cBhvr additive="repl">
                                        <p:cTn id="647" dur="1000" fill="hold"/>
                                        <p:tgtEl>
                                          <p:spTgt spid="609">
                                            <p:txEl>
                                              <p:pRg st="0" end="0"/>
                                            </p:txEl>
                                          </p:spTgt>
                                        </p:tgtEl>
                                        <p:attrNameLst>
                                          <p:attrName>ppt_x</p:attrName>
                                        </p:attrNameLst>
                                      </p:cBhvr>
                                      <p:tavLst>
                                        <p:tav tm="0">
                                          <p:val>
                                            <p:strVal val="#ppt_x"/>
                                          </p:val>
                                        </p:tav>
                                        <p:tav tm="100000">
                                          <p:val>
                                            <p:strVal val="#ppt_x"/>
                                          </p:val>
                                        </p:tav>
                                      </p:tavLst>
                                    </p:anim>
                                    <p:anim calcmode="lin" valueType="num">
                                      <p:cBhvr additive="repl">
                                        <p:cTn id="648" dur="1000" fill="hold"/>
                                        <p:tgtEl>
                                          <p:spTgt spid="60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p:nvPr>
        </p:nvSpPr>
        <p:spPr>
          <a:xfrm>
            <a:off x="685800" y="2154600"/>
            <a:ext cx="9269640" cy="35604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2600" spc="-1" strike="noStrike">
                <a:solidFill>
                  <a:schemeClr val="dk1">
                    <a:lumMod val="75000"/>
                    <a:lumOff val="25000"/>
                  </a:schemeClr>
                </a:solidFill>
                <a:latin typeface="Trebuchet MS"/>
              </a:rPr>
              <a:t>The project can be extended by integrating Machine Learning for yield and profit prediction, real-time weather data, smart irrigation recommendations, crop and disease prediction, and interactive dashboards for real-time agricultural decision-making.</a:t>
            </a:r>
            <a:endParaRPr b="0" lang="en-US" sz="2600" spc="-1" strike="noStrike">
              <a:solidFill>
                <a:schemeClr val="dk1">
                  <a:lumMod val="75000"/>
                  <a:lumOff val="25000"/>
                </a:schemeClr>
              </a:solidFill>
              <a:latin typeface="Trebuchet MS"/>
            </a:endParaRPr>
          </a:p>
        </p:txBody>
      </p:sp>
      <p:sp>
        <p:nvSpPr>
          <p:cNvPr id="612" name="PlaceHolder 2"/>
          <p:cNvSpPr>
            <a:spLocks noGrp="1"/>
          </p:cNvSpPr>
          <p:nvPr>
            <p:ph type="title"/>
          </p:nvPr>
        </p:nvSpPr>
        <p:spPr>
          <a:xfrm>
            <a:off x="660240" y="805320"/>
            <a:ext cx="4274640" cy="830520"/>
          </a:xfrm>
          <a:prstGeom prst="rect">
            <a:avLst/>
          </a:prstGeom>
          <a:noFill/>
          <a:ln w="0">
            <a:noFill/>
          </a:ln>
        </p:spPr>
        <p:txBody>
          <a:bodyPr lIns="91440" rIns="91440" tIns="45720" bIns="45720" anchor="t">
            <a:normAutofit/>
          </a:bodyPr>
          <a:p>
            <a:pPr indent="0" defTabSz="457200">
              <a:lnSpc>
                <a:spcPct val="100000"/>
              </a:lnSpc>
              <a:buNone/>
            </a:pPr>
            <a:r>
              <a:rPr b="1" lang="en-IN" sz="4000" spc="-1" strike="noStrike">
                <a:solidFill>
                  <a:schemeClr val="dk1"/>
                </a:solidFill>
                <a:latin typeface="Trebuchet MS"/>
              </a:rPr>
              <a:t>Future scope</a:t>
            </a:r>
            <a:endParaRPr b="0" lang="en-US" sz="4000" spc="-1" strike="noStrike">
              <a:solidFill>
                <a:schemeClr val="dk1"/>
              </a:solidFill>
              <a:latin typeface="Trebuchet MS"/>
            </a:endParaRPr>
          </a:p>
        </p:txBody>
      </p:sp>
      <p:sp>
        <p:nvSpPr>
          <p:cNvPr id="613"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614"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Tree>
  </p:cSld>
  <mc:AlternateContent>
    <mc:Choice Requires="p14">
      <p:transition spd="slow" p14:dur="2000"/>
    </mc:Choice>
    <mc:Fallback>
      <p:transition spd="slow"/>
    </mc:Fallback>
  </mc:AlternateContent>
  <p:timing>
    <p:tnLst>
      <p:par>
        <p:cTn id="649" dur="indefinite" restart="never" nodeType="tmRoot">
          <p:childTnLst>
            <p:seq>
              <p:cTn id="650" dur="indefinite" nodeType="mainSeq">
                <p:childTnLst>
                  <p:par>
                    <p:cTn id="651" fill="hold">
                      <p:stCondLst>
                        <p:cond delay="indefinite"/>
                      </p:stCondLst>
                      <p:childTnLst>
                        <p:par>
                          <p:cTn id="652" fill="hold">
                            <p:stCondLst>
                              <p:cond delay="0"/>
                            </p:stCondLst>
                            <p:childTnLst>
                              <p:par>
                                <p:cTn id="653" nodeType="clickEffect" fill="hold" presetClass="entr" presetID="53" presetSubtype="16">
                                  <p:stCondLst>
                                    <p:cond delay="0"/>
                                  </p:stCondLst>
                                  <p:childTnLst>
                                    <p:set>
                                      <p:cBhvr>
                                        <p:cTn id="654" dur="1" fill="hold">
                                          <p:stCondLst>
                                            <p:cond delay="0"/>
                                          </p:stCondLst>
                                        </p:cTn>
                                        <p:tgtEl>
                                          <p:spTgt spid="612"/>
                                        </p:tgtEl>
                                        <p:attrNameLst>
                                          <p:attrName>style.visibility</p:attrName>
                                        </p:attrNameLst>
                                      </p:cBhvr>
                                      <p:to>
                                        <p:strVal val="visible"/>
                                      </p:to>
                                    </p:set>
                                    <p:anim calcmode="lin" valueType="num">
                                      <p:cBhvr additive="repl">
                                        <p:cTn id="655" dur="500" fill="hold"/>
                                        <p:tgtEl>
                                          <p:spTgt spid="612"/>
                                        </p:tgtEl>
                                        <p:attrNameLst>
                                          <p:attrName>ppt_w</p:attrName>
                                        </p:attrNameLst>
                                      </p:cBhvr>
                                      <p:tavLst>
                                        <p:tav tm="0">
                                          <p:val>
                                            <p:strVal val="0"/>
                                          </p:val>
                                        </p:tav>
                                        <p:tav tm="100000">
                                          <p:val>
                                            <p:strVal val="#ppt_w"/>
                                          </p:val>
                                        </p:tav>
                                      </p:tavLst>
                                    </p:anim>
                                    <p:anim calcmode="lin" valueType="num">
                                      <p:cBhvr additive="repl">
                                        <p:cTn id="656" dur="500" fill="hold"/>
                                        <p:tgtEl>
                                          <p:spTgt spid="612"/>
                                        </p:tgtEl>
                                        <p:attrNameLst>
                                          <p:attrName>ppt_h</p:attrName>
                                        </p:attrNameLst>
                                      </p:cBhvr>
                                      <p:tavLst>
                                        <p:tav tm="0">
                                          <p:val>
                                            <p:strVal val="0"/>
                                          </p:val>
                                        </p:tav>
                                        <p:tav tm="100000">
                                          <p:val>
                                            <p:strVal val="#ppt_h"/>
                                          </p:val>
                                        </p:tav>
                                      </p:tavLst>
                                    </p:anim>
                                    <p:animEffect filter="fade" transition="in">
                                      <p:cBhvr additive="repl">
                                        <p:cTn id="657" dur="500"/>
                                        <p:tgtEl>
                                          <p:spTgt spid="612"/>
                                        </p:tgtEl>
                                      </p:cBhvr>
                                    </p:animEffect>
                                  </p:childTnLst>
                                </p:cTn>
                              </p:par>
                            </p:childTnLst>
                          </p:cTn>
                        </p:par>
                      </p:childTnLst>
                    </p:cTn>
                  </p:par>
                  <p:par>
                    <p:cTn id="658" fill="hold">
                      <p:stCondLst>
                        <p:cond delay="indefinite"/>
                      </p:stCondLst>
                      <p:childTnLst>
                        <p:par>
                          <p:cTn id="659" fill="hold">
                            <p:stCondLst>
                              <p:cond delay="0"/>
                            </p:stCondLst>
                            <p:childTnLst>
                              <p:par>
                                <p:cTn id="660" nodeType="clickEffect" fill="hold" presetClass="entr" presetID="42">
                                  <p:stCondLst>
                                    <p:cond delay="0"/>
                                  </p:stCondLst>
                                  <p:endCondLst>
                                    <p:cond delay="0" evt="begin"/>
                                  </p:endCondLst>
                                  <p:childTnLst>
                                    <p:set>
                                      <p:cBhvr>
                                        <p:cTn id="661" dur="1" fill="hold">
                                          <p:stCondLst>
                                            <p:cond delay="0"/>
                                          </p:stCondLst>
                                        </p:cTn>
                                        <p:tgtEl>
                                          <p:spTgt spid="613"/>
                                        </p:tgtEl>
                                        <p:attrNameLst>
                                          <p:attrName>style.visibility</p:attrName>
                                        </p:attrNameLst>
                                      </p:cBhvr>
                                      <p:to>
                                        <p:strVal val="visible"/>
                                      </p:to>
                                    </p:set>
                                    <p:animEffect filter="fade" transition="in">
                                      <p:cBhvr additive="repl">
                                        <p:cTn id="662" dur="1000"/>
                                        <p:tgtEl>
                                          <p:spTgt spid="613"/>
                                        </p:tgtEl>
                                      </p:cBhvr>
                                    </p:animEffect>
                                    <p:anim calcmode="lin" valueType="num">
                                      <p:cBhvr additive="repl">
                                        <p:cTn id="663" dur="1000" fill="hold"/>
                                        <p:tgtEl>
                                          <p:spTgt spid="613"/>
                                        </p:tgtEl>
                                        <p:attrNameLst>
                                          <p:attrName>ppt_x</p:attrName>
                                        </p:attrNameLst>
                                      </p:cBhvr>
                                      <p:tavLst>
                                        <p:tav tm="0">
                                          <p:val>
                                            <p:strVal val="#ppt_x"/>
                                          </p:val>
                                        </p:tav>
                                        <p:tav tm="100000">
                                          <p:val>
                                            <p:strVal val="#ppt_x"/>
                                          </p:val>
                                        </p:tav>
                                      </p:tavLst>
                                    </p:anim>
                                    <p:anim calcmode="lin" valueType="num">
                                      <p:cBhvr additive="repl">
                                        <p:cTn id="664" dur="1000" fill="hold"/>
                                        <p:tgtEl>
                                          <p:spTgt spid="613"/>
                                        </p:tgtEl>
                                        <p:attrNameLst>
                                          <p:attrName>ppt_y</p:attrName>
                                        </p:attrNameLst>
                                      </p:cBhvr>
                                      <p:tavLst>
                                        <p:tav tm="0">
                                          <p:val>
                                            <p:strVal val="#ppt_y+.1"/>
                                          </p:val>
                                        </p:tav>
                                        <p:tav tm="100000">
                                          <p:val>
                                            <p:strVal val="#ppt_y"/>
                                          </p:val>
                                        </p:tav>
                                      </p:tavLst>
                                    </p:anim>
                                  </p:childTnLst>
                                </p:cTn>
                              </p:par>
                            </p:childTnLst>
                          </p:cTn>
                        </p:par>
                      </p:childTnLst>
                    </p:cTn>
                  </p:par>
                  <p:par>
                    <p:cTn id="665" fill="hold">
                      <p:stCondLst>
                        <p:cond delay="indefinite"/>
                      </p:stCondLst>
                      <p:childTnLst>
                        <p:par>
                          <p:cTn id="666" fill="hold">
                            <p:stCondLst>
                              <p:cond delay="0"/>
                            </p:stCondLst>
                            <p:childTnLst>
                              <p:par>
                                <p:cTn id="667" nodeType="clickEffect" fill="hold" presetClass="entr" presetID="42">
                                  <p:stCondLst>
                                    <p:cond delay="0"/>
                                  </p:stCondLst>
                                  <p:endCondLst>
                                    <p:cond delay="0" evt="begin"/>
                                  </p:endCondLst>
                                  <p:childTnLst>
                                    <p:set>
                                      <p:cBhvr>
                                        <p:cTn id="668" dur="1" fill="hold">
                                          <p:stCondLst>
                                            <p:cond delay="0"/>
                                          </p:stCondLst>
                                        </p:cTn>
                                        <p:tgtEl>
                                          <p:spTgt spid="614"/>
                                        </p:tgtEl>
                                        <p:attrNameLst>
                                          <p:attrName>style.visibility</p:attrName>
                                        </p:attrNameLst>
                                      </p:cBhvr>
                                      <p:to>
                                        <p:strVal val="visible"/>
                                      </p:to>
                                    </p:set>
                                    <p:animEffect filter="fade" transition="in">
                                      <p:cBhvr additive="repl">
                                        <p:cTn id="669" dur="1000"/>
                                        <p:tgtEl>
                                          <p:spTgt spid="614"/>
                                        </p:tgtEl>
                                      </p:cBhvr>
                                    </p:animEffect>
                                    <p:anim calcmode="lin" valueType="num">
                                      <p:cBhvr additive="repl">
                                        <p:cTn id="670" dur="1000" fill="hold"/>
                                        <p:tgtEl>
                                          <p:spTgt spid="614"/>
                                        </p:tgtEl>
                                        <p:attrNameLst>
                                          <p:attrName>ppt_x</p:attrName>
                                        </p:attrNameLst>
                                      </p:cBhvr>
                                      <p:tavLst>
                                        <p:tav tm="0">
                                          <p:val>
                                            <p:strVal val="#ppt_x"/>
                                          </p:val>
                                        </p:tav>
                                        <p:tav tm="100000">
                                          <p:val>
                                            <p:strVal val="#ppt_x"/>
                                          </p:val>
                                        </p:tav>
                                      </p:tavLst>
                                    </p:anim>
                                    <p:anim calcmode="lin" valueType="num">
                                      <p:cBhvr additive="repl">
                                        <p:cTn id="671" dur="1000" fill="hold"/>
                                        <p:tgtEl>
                                          <p:spTgt spid="6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5" name="Picture 4" descr=""/>
          <p:cNvPicPr/>
          <p:nvPr/>
        </p:nvPicPr>
        <p:blipFill>
          <a:blip r:embed="rId1"/>
          <a:srcRect l="0" t="96170" r="0" b="0"/>
          <a:stretch/>
        </p:blipFill>
        <p:spPr>
          <a:xfrm>
            <a:off x="676080" y="6472080"/>
            <a:ext cx="2142720" cy="192600"/>
          </a:xfrm>
          <a:prstGeom prst="rect">
            <a:avLst/>
          </a:prstGeom>
          <a:ln w="0">
            <a:noFill/>
          </a:ln>
        </p:spPr>
      </p:pic>
      <p:sp>
        <p:nvSpPr>
          <p:cNvPr id="616" name="PlaceHolder 1"/>
          <p:cNvSpPr>
            <a:spLocks noGrp="1"/>
          </p:cNvSpPr>
          <p:nvPr>
            <p:ph type="title"/>
          </p:nvPr>
        </p:nvSpPr>
        <p:spPr>
          <a:xfrm>
            <a:off x="676080" y="370440"/>
            <a:ext cx="4735440" cy="830520"/>
          </a:xfrm>
          <a:prstGeom prst="rect">
            <a:avLst/>
          </a:prstGeom>
          <a:noFill/>
          <a:ln w="0">
            <a:noFill/>
          </a:ln>
        </p:spPr>
        <p:txBody>
          <a:bodyPr lIns="91440" rIns="91440" tIns="45720" bIns="45720" anchor="t">
            <a:normAutofit/>
          </a:bodyPr>
          <a:p>
            <a:pPr indent="0" defTabSz="457200">
              <a:lnSpc>
                <a:spcPct val="100000"/>
              </a:lnSpc>
              <a:buNone/>
            </a:pPr>
            <a:r>
              <a:rPr b="1" lang="en-IN" sz="4000" spc="-1" strike="noStrike">
                <a:solidFill>
                  <a:schemeClr val="dk1"/>
                </a:solidFill>
                <a:latin typeface="Trebuchet MS"/>
              </a:rPr>
              <a:t>GitHub Link</a:t>
            </a:r>
            <a:endParaRPr b="0" lang="en-US" sz="4000" spc="-1" strike="noStrike">
              <a:solidFill>
                <a:schemeClr val="dk1"/>
              </a:solidFill>
              <a:latin typeface="Trebuchet MS"/>
            </a:endParaRPr>
          </a:p>
        </p:txBody>
      </p:sp>
      <p:sp>
        <p:nvSpPr>
          <p:cNvPr id="617"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618"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619" name="TextBox 2"/>
          <p:cNvSpPr/>
          <p:nvPr/>
        </p:nvSpPr>
        <p:spPr>
          <a:xfrm>
            <a:off x="685800" y="1875600"/>
            <a:ext cx="7232400" cy="63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Trebuchet MS"/>
              </a:rPr>
              <a:t>https://github.com/kkheria5-hash/seasonal-agriculture-performance.git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672" dur="indefinite" restart="never" nodeType="tmRoot">
          <p:childTnLst>
            <p:seq>
              <p:cTn id="673" dur="indefinite" nodeType="mainSeq">
                <p:childTnLst>
                  <p:par>
                    <p:cTn id="674" fill="hold">
                      <p:stCondLst>
                        <p:cond delay="indefinite"/>
                      </p:stCondLst>
                      <p:childTnLst>
                        <p:par>
                          <p:cTn id="675" fill="hold">
                            <p:stCondLst>
                              <p:cond delay="0"/>
                            </p:stCondLst>
                            <p:childTnLst>
                              <p:par>
                                <p:cTn id="676" nodeType="clickEffect" fill="hold" presetClass="entr" presetID="53" presetSubtype="16">
                                  <p:stCondLst>
                                    <p:cond delay="0"/>
                                  </p:stCondLst>
                                  <p:childTnLst>
                                    <p:set>
                                      <p:cBhvr>
                                        <p:cTn id="677" dur="1" fill="hold">
                                          <p:stCondLst>
                                            <p:cond delay="0"/>
                                          </p:stCondLst>
                                        </p:cTn>
                                        <p:tgtEl>
                                          <p:spTgt spid="616"/>
                                        </p:tgtEl>
                                        <p:attrNameLst>
                                          <p:attrName>style.visibility</p:attrName>
                                        </p:attrNameLst>
                                      </p:cBhvr>
                                      <p:to>
                                        <p:strVal val="visible"/>
                                      </p:to>
                                    </p:set>
                                    <p:anim calcmode="lin" valueType="num">
                                      <p:cBhvr additive="repl">
                                        <p:cTn id="678" dur="500" fill="hold"/>
                                        <p:tgtEl>
                                          <p:spTgt spid="616"/>
                                        </p:tgtEl>
                                        <p:attrNameLst>
                                          <p:attrName>ppt_w</p:attrName>
                                        </p:attrNameLst>
                                      </p:cBhvr>
                                      <p:tavLst>
                                        <p:tav tm="0">
                                          <p:val>
                                            <p:strVal val="0"/>
                                          </p:val>
                                        </p:tav>
                                        <p:tav tm="100000">
                                          <p:val>
                                            <p:strVal val="#ppt_w"/>
                                          </p:val>
                                        </p:tav>
                                      </p:tavLst>
                                    </p:anim>
                                    <p:anim calcmode="lin" valueType="num">
                                      <p:cBhvr additive="repl">
                                        <p:cTn id="679" dur="500" fill="hold"/>
                                        <p:tgtEl>
                                          <p:spTgt spid="616"/>
                                        </p:tgtEl>
                                        <p:attrNameLst>
                                          <p:attrName>ppt_h</p:attrName>
                                        </p:attrNameLst>
                                      </p:cBhvr>
                                      <p:tavLst>
                                        <p:tav tm="0">
                                          <p:val>
                                            <p:strVal val="0"/>
                                          </p:val>
                                        </p:tav>
                                        <p:tav tm="100000">
                                          <p:val>
                                            <p:strVal val="#ppt_h"/>
                                          </p:val>
                                        </p:tav>
                                      </p:tavLst>
                                    </p:anim>
                                    <p:animEffect filter="fade" transition="in">
                                      <p:cBhvr additive="repl">
                                        <p:cTn id="680" dur="500"/>
                                        <p:tgtEl>
                                          <p:spTgt spid="616"/>
                                        </p:tgtEl>
                                      </p:cBhvr>
                                    </p:animEffect>
                                  </p:childTnLst>
                                </p:cTn>
                              </p:par>
                            </p:childTnLst>
                          </p:cTn>
                        </p:par>
                      </p:childTnLst>
                    </p:cTn>
                  </p:par>
                  <p:par>
                    <p:cTn id="681" fill="hold">
                      <p:stCondLst>
                        <p:cond delay="indefinite"/>
                      </p:stCondLst>
                      <p:childTnLst>
                        <p:par>
                          <p:cTn id="682" fill="hold">
                            <p:stCondLst>
                              <p:cond delay="0"/>
                            </p:stCondLst>
                            <p:childTnLst>
                              <p:par>
                                <p:cTn id="683" nodeType="clickEffect" fill="hold" presetClass="entr" presetID="42">
                                  <p:stCondLst>
                                    <p:cond delay="0"/>
                                  </p:stCondLst>
                                  <p:endCondLst>
                                    <p:cond delay="0" evt="begin"/>
                                  </p:endCondLst>
                                  <p:childTnLst>
                                    <p:set>
                                      <p:cBhvr>
                                        <p:cTn id="684" dur="1" fill="hold">
                                          <p:stCondLst>
                                            <p:cond delay="0"/>
                                          </p:stCondLst>
                                        </p:cTn>
                                        <p:tgtEl>
                                          <p:spTgt spid="617"/>
                                        </p:tgtEl>
                                        <p:attrNameLst>
                                          <p:attrName>style.visibility</p:attrName>
                                        </p:attrNameLst>
                                      </p:cBhvr>
                                      <p:to>
                                        <p:strVal val="visible"/>
                                      </p:to>
                                    </p:set>
                                    <p:animEffect filter="fade" transition="in">
                                      <p:cBhvr additive="repl">
                                        <p:cTn id="685" dur="1000"/>
                                        <p:tgtEl>
                                          <p:spTgt spid="617"/>
                                        </p:tgtEl>
                                      </p:cBhvr>
                                    </p:animEffect>
                                    <p:anim calcmode="lin" valueType="num">
                                      <p:cBhvr additive="repl">
                                        <p:cTn id="686" dur="1000" fill="hold"/>
                                        <p:tgtEl>
                                          <p:spTgt spid="617"/>
                                        </p:tgtEl>
                                        <p:attrNameLst>
                                          <p:attrName>ppt_x</p:attrName>
                                        </p:attrNameLst>
                                      </p:cBhvr>
                                      <p:tavLst>
                                        <p:tav tm="0">
                                          <p:val>
                                            <p:strVal val="#ppt_x"/>
                                          </p:val>
                                        </p:tav>
                                        <p:tav tm="100000">
                                          <p:val>
                                            <p:strVal val="#ppt_x"/>
                                          </p:val>
                                        </p:tav>
                                      </p:tavLst>
                                    </p:anim>
                                    <p:anim calcmode="lin" valueType="num">
                                      <p:cBhvr additive="repl">
                                        <p:cTn id="687" dur="1000" fill="hold"/>
                                        <p:tgtEl>
                                          <p:spTgt spid="617"/>
                                        </p:tgtEl>
                                        <p:attrNameLst>
                                          <p:attrName>ppt_y</p:attrName>
                                        </p:attrNameLst>
                                      </p:cBhvr>
                                      <p:tavLst>
                                        <p:tav tm="0">
                                          <p:val>
                                            <p:strVal val="#ppt_y+.1"/>
                                          </p:val>
                                        </p:tav>
                                        <p:tav tm="100000">
                                          <p:val>
                                            <p:strVal val="#ppt_y"/>
                                          </p:val>
                                        </p:tav>
                                      </p:tavLst>
                                    </p:anim>
                                  </p:childTnLst>
                                </p:cTn>
                              </p:par>
                            </p:childTnLst>
                          </p:cTn>
                        </p:par>
                      </p:childTnLst>
                    </p:cTn>
                  </p:par>
                  <p:par>
                    <p:cTn id="688" fill="hold">
                      <p:stCondLst>
                        <p:cond delay="indefinite"/>
                      </p:stCondLst>
                      <p:childTnLst>
                        <p:par>
                          <p:cTn id="689" fill="hold">
                            <p:stCondLst>
                              <p:cond delay="0"/>
                            </p:stCondLst>
                            <p:childTnLst>
                              <p:par>
                                <p:cTn id="690" nodeType="clickEffect" fill="hold" presetClass="entr" presetID="42">
                                  <p:stCondLst>
                                    <p:cond delay="0"/>
                                  </p:stCondLst>
                                  <p:endCondLst>
                                    <p:cond delay="0" evt="begin"/>
                                  </p:endCondLst>
                                  <p:childTnLst>
                                    <p:set>
                                      <p:cBhvr>
                                        <p:cTn id="691" dur="1" fill="hold">
                                          <p:stCondLst>
                                            <p:cond delay="0"/>
                                          </p:stCondLst>
                                        </p:cTn>
                                        <p:tgtEl>
                                          <p:spTgt spid="618"/>
                                        </p:tgtEl>
                                        <p:attrNameLst>
                                          <p:attrName>style.visibility</p:attrName>
                                        </p:attrNameLst>
                                      </p:cBhvr>
                                      <p:to>
                                        <p:strVal val="visible"/>
                                      </p:to>
                                    </p:set>
                                    <p:animEffect filter="fade" transition="in">
                                      <p:cBhvr additive="repl">
                                        <p:cTn id="692" dur="1000"/>
                                        <p:tgtEl>
                                          <p:spTgt spid="618"/>
                                        </p:tgtEl>
                                      </p:cBhvr>
                                    </p:animEffect>
                                    <p:anim calcmode="lin" valueType="num">
                                      <p:cBhvr additive="repl">
                                        <p:cTn id="693" dur="1000" fill="hold"/>
                                        <p:tgtEl>
                                          <p:spTgt spid="618"/>
                                        </p:tgtEl>
                                        <p:attrNameLst>
                                          <p:attrName>ppt_x</p:attrName>
                                        </p:attrNameLst>
                                      </p:cBhvr>
                                      <p:tavLst>
                                        <p:tav tm="0">
                                          <p:val>
                                            <p:strVal val="#ppt_x"/>
                                          </p:val>
                                        </p:tav>
                                        <p:tav tm="100000">
                                          <p:val>
                                            <p:strVal val="#ppt_x"/>
                                          </p:val>
                                        </p:tav>
                                      </p:tavLst>
                                    </p:anim>
                                    <p:anim calcmode="lin" valueType="num">
                                      <p:cBhvr additive="repl">
                                        <p:cTn id="694" dur="1000" fill="hold"/>
                                        <p:tgtEl>
                                          <p:spTgt spid="6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0" name="Picture 4" descr=""/>
          <p:cNvPicPr/>
          <p:nvPr/>
        </p:nvPicPr>
        <p:blipFill>
          <a:blip r:embed="rId1"/>
          <a:srcRect l="0" t="96170" r="0" b="0"/>
          <a:stretch/>
        </p:blipFill>
        <p:spPr>
          <a:xfrm>
            <a:off x="676080" y="6472080"/>
            <a:ext cx="2142720" cy="192600"/>
          </a:xfrm>
          <a:prstGeom prst="rect">
            <a:avLst/>
          </a:prstGeom>
          <a:ln w="0">
            <a:noFill/>
          </a:ln>
        </p:spPr>
      </p:pic>
      <p:sp>
        <p:nvSpPr>
          <p:cNvPr id="621" name="PlaceHolder 1"/>
          <p:cNvSpPr>
            <a:spLocks noGrp="1"/>
          </p:cNvSpPr>
          <p:nvPr>
            <p:ph type="title"/>
          </p:nvPr>
        </p:nvSpPr>
        <p:spPr>
          <a:xfrm>
            <a:off x="676080" y="370440"/>
            <a:ext cx="8350920" cy="884160"/>
          </a:xfrm>
          <a:prstGeom prst="rect">
            <a:avLst/>
          </a:prstGeom>
          <a:noFill/>
          <a:ln w="0">
            <a:noFill/>
          </a:ln>
        </p:spPr>
        <p:txBody>
          <a:bodyPr lIns="91440" rIns="91440" tIns="45720" bIns="45720" anchor="t">
            <a:normAutofit fontScale="81057"/>
          </a:bodyPr>
          <a:p>
            <a:pPr indent="0" defTabSz="457200">
              <a:lnSpc>
                <a:spcPct val="100000"/>
              </a:lnSpc>
              <a:buNone/>
            </a:pPr>
            <a:r>
              <a:rPr b="1" lang="en-IN" sz="3200" spc="-1" strike="noStrike">
                <a:solidFill>
                  <a:schemeClr val="dk1"/>
                </a:solidFill>
                <a:latin typeface="Trebuchet MS"/>
              </a:rPr>
              <a:t>VOIS Course completion certificate - </a:t>
            </a:r>
            <a:br>
              <a:rPr sz="3200"/>
            </a:br>
            <a:r>
              <a:rPr b="1" lang="en-IN" sz="3200" spc="-1" strike="noStrike">
                <a:solidFill>
                  <a:schemeClr val="dk1"/>
                </a:solidFill>
                <a:latin typeface="Trebuchet MS"/>
              </a:rPr>
              <a:t>Course name- Data Visualization </a:t>
            </a:r>
            <a:endParaRPr b="0" lang="en-US" sz="3200" spc="-1" strike="noStrike">
              <a:solidFill>
                <a:schemeClr val="dk1"/>
              </a:solidFill>
              <a:latin typeface="Trebuchet MS"/>
            </a:endParaRPr>
          </a:p>
        </p:txBody>
      </p:sp>
      <p:sp>
        <p:nvSpPr>
          <p:cNvPr id="622"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623"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624" name="" descr=""/>
          <p:cNvPicPr/>
          <p:nvPr/>
        </p:nvPicPr>
        <p:blipFill>
          <a:blip r:embed="rId2"/>
          <a:stretch/>
        </p:blipFill>
        <p:spPr>
          <a:xfrm>
            <a:off x="914400" y="1516320"/>
            <a:ext cx="8686800" cy="5113080"/>
          </a:xfrm>
          <a:prstGeom prst="rect">
            <a:avLst/>
          </a:prstGeom>
          <a:ln w="0">
            <a:noFill/>
          </a:ln>
        </p:spPr>
      </p:pic>
    </p:spTree>
  </p:cSld>
  <mc:AlternateContent>
    <mc:Choice Requires="p14">
      <p:transition spd="slow" p14:dur="2000"/>
    </mc:Choice>
    <mc:Fallback>
      <p:transition spd="slow"/>
    </mc:Fallback>
  </mc:AlternateContent>
  <p:timing>
    <p:tnLst>
      <p:par>
        <p:cTn id="695" dur="indefinite" restart="never" nodeType="tmRoot">
          <p:childTnLst>
            <p:seq>
              <p:cTn id="696" dur="indefinite" nodeType="mainSeq">
                <p:childTnLst>
                  <p:par>
                    <p:cTn id="697" fill="hold">
                      <p:stCondLst>
                        <p:cond delay="indefinite"/>
                      </p:stCondLst>
                      <p:childTnLst>
                        <p:par>
                          <p:cTn id="698" fill="hold">
                            <p:stCondLst>
                              <p:cond delay="0"/>
                            </p:stCondLst>
                            <p:childTnLst>
                              <p:par>
                                <p:cTn id="699" nodeType="clickEffect" fill="hold" presetClass="entr" presetID="53" presetSubtype="16">
                                  <p:stCondLst>
                                    <p:cond delay="0"/>
                                  </p:stCondLst>
                                  <p:childTnLst>
                                    <p:set>
                                      <p:cBhvr>
                                        <p:cTn id="700" dur="1" fill="hold">
                                          <p:stCondLst>
                                            <p:cond delay="0"/>
                                          </p:stCondLst>
                                        </p:cTn>
                                        <p:tgtEl>
                                          <p:spTgt spid="621"/>
                                        </p:tgtEl>
                                        <p:attrNameLst>
                                          <p:attrName>style.visibility</p:attrName>
                                        </p:attrNameLst>
                                      </p:cBhvr>
                                      <p:to>
                                        <p:strVal val="visible"/>
                                      </p:to>
                                    </p:set>
                                    <p:anim calcmode="lin" valueType="num">
                                      <p:cBhvr additive="repl">
                                        <p:cTn id="701" dur="500" fill="hold"/>
                                        <p:tgtEl>
                                          <p:spTgt spid="621"/>
                                        </p:tgtEl>
                                        <p:attrNameLst>
                                          <p:attrName>ppt_w</p:attrName>
                                        </p:attrNameLst>
                                      </p:cBhvr>
                                      <p:tavLst>
                                        <p:tav tm="0">
                                          <p:val>
                                            <p:strVal val="0"/>
                                          </p:val>
                                        </p:tav>
                                        <p:tav tm="100000">
                                          <p:val>
                                            <p:strVal val="#ppt_w"/>
                                          </p:val>
                                        </p:tav>
                                      </p:tavLst>
                                    </p:anim>
                                    <p:anim calcmode="lin" valueType="num">
                                      <p:cBhvr additive="repl">
                                        <p:cTn id="702" dur="500" fill="hold"/>
                                        <p:tgtEl>
                                          <p:spTgt spid="621"/>
                                        </p:tgtEl>
                                        <p:attrNameLst>
                                          <p:attrName>ppt_h</p:attrName>
                                        </p:attrNameLst>
                                      </p:cBhvr>
                                      <p:tavLst>
                                        <p:tav tm="0">
                                          <p:val>
                                            <p:strVal val="0"/>
                                          </p:val>
                                        </p:tav>
                                        <p:tav tm="100000">
                                          <p:val>
                                            <p:strVal val="#ppt_h"/>
                                          </p:val>
                                        </p:tav>
                                      </p:tavLst>
                                    </p:anim>
                                    <p:animEffect filter="fade" transition="in">
                                      <p:cBhvr additive="repl">
                                        <p:cTn id="703" dur="500"/>
                                        <p:tgtEl>
                                          <p:spTgt spid="621"/>
                                        </p:tgtEl>
                                      </p:cBhvr>
                                    </p:animEffect>
                                  </p:childTnLst>
                                </p:cTn>
                              </p:par>
                            </p:childTnLst>
                          </p:cTn>
                        </p:par>
                      </p:childTnLst>
                    </p:cTn>
                  </p:par>
                  <p:par>
                    <p:cTn id="704" fill="hold">
                      <p:stCondLst>
                        <p:cond delay="indefinite"/>
                      </p:stCondLst>
                      <p:childTnLst>
                        <p:par>
                          <p:cTn id="705" fill="hold">
                            <p:stCondLst>
                              <p:cond delay="0"/>
                            </p:stCondLst>
                            <p:childTnLst>
                              <p:par>
                                <p:cTn id="706" nodeType="clickEffect" fill="hold" presetClass="entr" presetID="42">
                                  <p:stCondLst>
                                    <p:cond delay="0"/>
                                  </p:stCondLst>
                                  <p:endCondLst>
                                    <p:cond delay="0" evt="begin"/>
                                  </p:endCondLst>
                                  <p:childTnLst>
                                    <p:set>
                                      <p:cBhvr>
                                        <p:cTn id="707" dur="1" fill="hold">
                                          <p:stCondLst>
                                            <p:cond delay="0"/>
                                          </p:stCondLst>
                                        </p:cTn>
                                        <p:tgtEl>
                                          <p:spTgt spid="622"/>
                                        </p:tgtEl>
                                        <p:attrNameLst>
                                          <p:attrName>style.visibility</p:attrName>
                                        </p:attrNameLst>
                                      </p:cBhvr>
                                      <p:to>
                                        <p:strVal val="visible"/>
                                      </p:to>
                                    </p:set>
                                    <p:animEffect filter="fade" transition="in">
                                      <p:cBhvr additive="repl">
                                        <p:cTn id="708" dur="1000"/>
                                        <p:tgtEl>
                                          <p:spTgt spid="622"/>
                                        </p:tgtEl>
                                      </p:cBhvr>
                                    </p:animEffect>
                                    <p:anim calcmode="lin" valueType="num">
                                      <p:cBhvr additive="repl">
                                        <p:cTn id="709" dur="1000" fill="hold"/>
                                        <p:tgtEl>
                                          <p:spTgt spid="622"/>
                                        </p:tgtEl>
                                        <p:attrNameLst>
                                          <p:attrName>ppt_x</p:attrName>
                                        </p:attrNameLst>
                                      </p:cBhvr>
                                      <p:tavLst>
                                        <p:tav tm="0">
                                          <p:val>
                                            <p:strVal val="#ppt_x"/>
                                          </p:val>
                                        </p:tav>
                                        <p:tav tm="100000">
                                          <p:val>
                                            <p:strVal val="#ppt_x"/>
                                          </p:val>
                                        </p:tav>
                                      </p:tavLst>
                                    </p:anim>
                                    <p:anim calcmode="lin" valueType="num">
                                      <p:cBhvr additive="repl">
                                        <p:cTn id="710" dur="1000" fill="hold"/>
                                        <p:tgtEl>
                                          <p:spTgt spid="622"/>
                                        </p:tgtEl>
                                        <p:attrNameLst>
                                          <p:attrName>ppt_y</p:attrName>
                                        </p:attrNameLst>
                                      </p:cBhvr>
                                      <p:tavLst>
                                        <p:tav tm="0">
                                          <p:val>
                                            <p:strVal val="#ppt_y+.1"/>
                                          </p:val>
                                        </p:tav>
                                        <p:tav tm="100000">
                                          <p:val>
                                            <p:strVal val="#ppt_y"/>
                                          </p:val>
                                        </p:tav>
                                      </p:tavLst>
                                    </p:anim>
                                  </p:childTnLst>
                                </p:cTn>
                              </p:par>
                            </p:childTnLst>
                          </p:cTn>
                        </p:par>
                      </p:childTnLst>
                    </p:cTn>
                  </p:par>
                  <p:par>
                    <p:cTn id="711" fill="hold">
                      <p:stCondLst>
                        <p:cond delay="indefinite"/>
                      </p:stCondLst>
                      <p:childTnLst>
                        <p:par>
                          <p:cTn id="712" fill="hold">
                            <p:stCondLst>
                              <p:cond delay="0"/>
                            </p:stCondLst>
                            <p:childTnLst>
                              <p:par>
                                <p:cTn id="713" nodeType="clickEffect" fill="hold" presetClass="entr" presetID="42">
                                  <p:stCondLst>
                                    <p:cond delay="0"/>
                                  </p:stCondLst>
                                  <p:endCondLst>
                                    <p:cond delay="0" evt="begin"/>
                                  </p:endCondLst>
                                  <p:childTnLst>
                                    <p:set>
                                      <p:cBhvr>
                                        <p:cTn id="714" dur="1" fill="hold">
                                          <p:stCondLst>
                                            <p:cond delay="0"/>
                                          </p:stCondLst>
                                        </p:cTn>
                                        <p:tgtEl>
                                          <p:spTgt spid="623"/>
                                        </p:tgtEl>
                                        <p:attrNameLst>
                                          <p:attrName>style.visibility</p:attrName>
                                        </p:attrNameLst>
                                      </p:cBhvr>
                                      <p:to>
                                        <p:strVal val="visible"/>
                                      </p:to>
                                    </p:set>
                                    <p:animEffect filter="fade" transition="in">
                                      <p:cBhvr additive="repl">
                                        <p:cTn id="715" dur="1000"/>
                                        <p:tgtEl>
                                          <p:spTgt spid="623"/>
                                        </p:tgtEl>
                                      </p:cBhvr>
                                    </p:animEffect>
                                    <p:anim calcmode="lin" valueType="num">
                                      <p:cBhvr additive="repl">
                                        <p:cTn id="716" dur="1000" fill="hold"/>
                                        <p:tgtEl>
                                          <p:spTgt spid="623"/>
                                        </p:tgtEl>
                                        <p:attrNameLst>
                                          <p:attrName>ppt_x</p:attrName>
                                        </p:attrNameLst>
                                      </p:cBhvr>
                                      <p:tavLst>
                                        <p:tav tm="0">
                                          <p:val>
                                            <p:strVal val="#ppt_x"/>
                                          </p:val>
                                        </p:tav>
                                        <p:tav tm="100000">
                                          <p:val>
                                            <p:strVal val="#ppt_x"/>
                                          </p:val>
                                        </p:tav>
                                      </p:tavLst>
                                    </p:anim>
                                    <p:anim calcmode="lin" valueType="num">
                                      <p:cBhvr additive="repl">
                                        <p:cTn id="717" dur="1000" fill="hold"/>
                                        <p:tgtEl>
                                          <p:spTgt spid="6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title"/>
          </p:nvPr>
        </p:nvSpPr>
        <p:spPr>
          <a:xfrm>
            <a:off x="432000" y="647640"/>
            <a:ext cx="11339640" cy="699840"/>
          </a:xfrm>
          <a:prstGeom prst="rect">
            <a:avLst/>
          </a:prstGeom>
          <a:noFill/>
          <a:ln w="0">
            <a:noFill/>
          </a:ln>
        </p:spPr>
        <p:txBody>
          <a:bodyPr lIns="91440" rIns="91440" tIns="45720" bIns="45720" anchor="ctr">
            <a:normAutofit fontScale="85833"/>
          </a:bodyPr>
          <a:p>
            <a:pPr indent="0" algn="ctr" defTabSz="457200">
              <a:lnSpc>
                <a:spcPct val="100000"/>
              </a:lnSpc>
              <a:buNone/>
            </a:pPr>
            <a:r>
              <a:rPr b="1" lang="en-US" sz="4800" spc="-1" strike="noStrike">
                <a:solidFill>
                  <a:schemeClr val="dk1"/>
                </a:solidFill>
                <a:latin typeface="Trebuchet MS"/>
              </a:rPr>
              <a:t>Thank you</a:t>
            </a:r>
            <a:endParaRPr b="0" lang="en-US" sz="4800" spc="-1" strike="noStrike">
              <a:solidFill>
                <a:schemeClr val="dk1"/>
              </a:solidFill>
              <a:latin typeface="Trebuchet MS"/>
            </a:endParaRPr>
          </a:p>
        </p:txBody>
      </p:sp>
      <p:sp>
        <p:nvSpPr>
          <p:cNvPr id="626" name="PlaceHolder 2"/>
          <p:cNvSpPr>
            <a:spLocks noGrp="1"/>
          </p:cNvSpPr>
          <p:nvPr>
            <p:ph/>
          </p:nvPr>
        </p:nvSpPr>
        <p:spPr>
          <a:xfrm>
            <a:off x="3727800" y="4641840"/>
            <a:ext cx="2139480" cy="1108440"/>
          </a:xfrm>
          <a:prstGeom prst="rect">
            <a:avLst/>
          </a:prstGeom>
          <a:noFill/>
          <a:ln w="0">
            <a:noFill/>
          </a:ln>
        </p:spPr>
        <p:txBody>
          <a:bodyPr lIns="91440" rIns="91440" tIns="45720" bIns="45720" anchor="t">
            <a:norm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a:t>
            </a:r>
            <a:endParaRPr b="0" lang="en-US" sz="1600" spc="-1" strike="noStrike">
              <a:solidFill>
                <a:schemeClr val="dk1">
                  <a:lumMod val="75000"/>
                  <a:lumOff val="25000"/>
                </a:schemeClr>
              </a:solidFill>
              <a:latin typeface="Trebuchet MS"/>
            </a:endParaRPr>
          </a:p>
        </p:txBody>
      </p:sp>
      <p:sp>
        <p:nvSpPr>
          <p:cNvPr id="627" name="Text Placeholder 28"/>
          <p:cNvSpPr/>
          <p:nvPr/>
        </p:nvSpPr>
        <p:spPr>
          <a:xfrm>
            <a:off x="878400" y="413496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400" spc="-1" strike="noStrike">
              <a:solidFill>
                <a:schemeClr val="accent4"/>
              </a:solidFill>
              <a:latin typeface="Trebuchet MS"/>
            </a:endParaRPr>
          </a:p>
        </p:txBody>
      </p:sp>
      <p:sp>
        <p:nvSpPr>
          <p:cNvPr id="628" name="Text Placeholder 28"/>
          <p:cNvSpPr/>
          <p:nvPr/>
        </p:nvSpPr>
        <p:spPr>
          <a:xfrm>
            <a:off x="5353560" y="396252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200" spc="-1" strike="noStrike">
              <a:solidFill>
                <a:schemeClr val="accent4"/>
              </a:solidFill>
              <a:latin typeface="Trebuchet MS"/>
            </a:endParaRPr>
          </a:p>
        </p:txBody>
      </p:sp>
      <p:sp>
        <p:nvSpPr>
          <p:cNvPr id="629" name="Text Placeholder 28"/>
          <p:cNvSpPr/>
          <p:nvPr/>
        </p:nvSpPr>
        <p:spPr>
          <a:xfrm>
            <a:off x="7789320" y="396252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200" spc="-1" strike="noStrike">
              <a:solidFill>
                <a:schemeClr val="accent4"/>
              </a:solidFill>
              <a:latin typeface="Trebuchet MS"/>
            </a:endParaRPr>
          </a:p>
        </p:txBody>
      </p:sp>
      <p:sp>
        <p:nvSpPr>
          <p:cNvPr id="630" name="Text Placeholder 30"/>
          <p:cNvSpPr/>
          <p:nvPr/>
        </p:nvSpPr>
        <p:spPr>
          <a:xfrm>
            <a:off x="609588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1600" spc="-1" strike="noStrike">
              <a:solidFill>
                <a:schemeClr val="dk1"/>
              </a:solidFill>
              <a:latin typeface="Trebuchet MS"/>
            </a:endParaRPr>
          </a:p>
        </p:txBody>
      </p:sp>
      <p:sp>
        <p:nvSpPr>
          <p:cNvPr id="631" name="Text Placeholder 30"/>
          <p:cNvSpPr/>
          <p:nvPr/>
        </p:nvSpPr>
        <p:spPr>
          <a:xfrm>
            <a:off x="859140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r>
              <a:rPr b="0" lang="en-GB" sz="1600" spc="-1" strike="noStrike">
                <a:solidFill>
                  <a:schemeClr val="dk1"/>
                </a:solidFill>
                <a:latin typeface="Trebuchet MS"/>
              </a:rPr>
              <a:t>.</a:t>
            </a:r>
            <a:endParaRPr b="0" lang="en-US" sz="1600" spc="-1" strike="noStrike">
              <a:solidFill>
                <a:srgbClr val="000000"/>
              </a:solidFill>
              <a:latin typeface="Arial"/>
            </a:endParaRPr>
          </a:p>
        </p:txBody>
      </p:sp>
      <p:pic>
        <p:nvPicPr>
          <p:cNvPr id="632" name="Picture 14" descr=""/>
          <p:cNvPicPr/>
          <p:nvPr/>
        </p:nvPicPr>
        <p:blipFill>
          <a:blip r:embed="rId1"/>
          <a:srcRect l="0" t="96170" r="0" b="0"/>
          <a:stretch/>
        </p:blipFill>
        <p:spPr>
          <a:xfrm>
            <a:off x="676080" y="6472080"/>
            <a:ext cx="2142720" cy="192600"/>
          </a:xfrm>
          <a:prstGeom prst="rect">
            <a:avLst/>
          </a:prstGeom>
          <a:ln w="0">
            <a:noFill/>
          </a:ln>
        </p:spPr>
      </p:pic>
    </p:spTree>
  </p:cSld>
  <mc:AlternateContent>
    <mc:Choice Requires="p14">
      <p:transition spd="slow" p14:dur="2000"/>
    </mc:Choice>
    <mc:Fallback>
      <p:transition spd="slow"/>
    </mc:Fallback>
  </mc:AlternateContent>
  <p:timing>
    <p:tnLst>
      <p:par>
        <p:cTn id="718" dur="indefinite" restart="never" nodeType="tmRoot">
          <p:childTnLst>
            <p:seq>
              <p:cTn id="719" dur="indefinite" nodeType="mainSeq">
                <p:childTnLst>
                  <p:par>
                    <p:cTn id="720" fill="hold">
                      <p:stCondLst>
                        <p:cond delay="indefinite"/>
                      </p:stCondLst>
                      <p:childTnLst>
                        <p:par>
                          <p:cTn id="721" fill="hold">
                            <p:stCondLst>
                              <p:cond delay="0"/>
                            </p:stCondLst>
                            <p:childTnLst>
                              <p:par>
                                <p:cTn id="722" nodeType="clickEffect" fill="hold" presetClass="entr" presetID="53" presetSubtype="16">
                                  <p:stCondLst>
                                    <p:cond delay="0"/>
                                  </p:stCondLst>
                                  <p:childTnLst>
                                    <p:set>
                                      <p:cBhvr>
                                        <p:cTn id="723" dur="1" fill="hold">
                                          <p:stCondLst>
                                            <p:cond delay="0"/>
                                          </p:stCondLst>
                                        </p:cTn>
                                        <p:tgtEl>
                                          <p:spTgt spid="625"/>
                                        </p:tgtEl>
                                        <p:attrNameLst>
                                          <p:attrName>style.visibility</p:attrName>
                                        </p:attrNameLst>
                                      </p:cBhvr>
                                      <p:to>
                                        <p:strVal val="visible"/>
                                      </p:to>
                                    </p:set>
                                    <p:anim calcmode="lin" valueType="num">
                                      <p:cBhvr additive="repl">
                                        <p:cTn id="724" dur="500" fill="hold"/>
                                        <p:tgtEl>
                                          <p:spTgt spid="625"/>
                                        </p:tgtEl>
                                        <p:attrNameLst>
                                          <p:attrName>ppt_w</p:attrName>
                                        </p:attrNameLst>
                                      </p:cBhvr>
                                      <p:tavLst>
                                        <p:tav tm="0">
                                          <p:val>
                                            <p:strVal val="0"/>
                                          </p:val>
                                        </p:tav>
                                        <p:tav tm="100000">
                                          <p:val>
                                            <p:strVal val="#ppt_w"/>
                                          </p:val>
                                        </p:tav>
                                      </p:tavLst>
                                    </p:anim>
                                    <p:anim calcmode="lin" valueType="num">
                                      <p:cBhvr additive="repl">
                                        <p:cTn id="725" dur="500" fill="hold"/>
                                        <p:tgtEl>
                                          <p:spTgt spid="625"/>
                                        </p:tgtEl>
                                        <p:attrNameLst>
                                          <p:attrName>ppt_h</p:attrName>
                                        </p:attrNameLst>
                                      </p:cBhvr>
                                      <p:tavLst>
                                        <p:tav tm="0">
                                          <p:val>
                                            <p:strVal val="0"/>
                                          </p:val>
                                        </p:tav>
                                        <p:tav tm="100000">
                                          <p:val>
                                            <p:strVal val="#ppt_h"/>
                                          </p:val>
                                        </p:tav>
                                      </p:tavLst>
                                    </p:anim>
                                    <p:animEffect filter="fade" transition="in">
                                      <p:cBhvr additive="repl">
                                        <p:cTn id="726" dur="500"/>
                                        <p:tgtEl>
                                          <p:spTgt spid="625"/>
                                        </p:tgtEl>
                                      </p:cBhvr>
                                    </p:animEffect>
                                  </p:childTnLst>
                                </p:cTn>
                              </p:par>
                            </p:childTnLst>
                          </p:cTn>
                        </p:par>
                      </p:childTnLst>
                    </p:cTn>
                  </p:par>
                  <p:par>
                    <p:cTn id="727" fill="hold">
                      <p:stCondLst>
                        <p:cond delay="indefinite"/>
                      </p:stCondLst>
                      <p:childTnLst>
                        <p:par>
                          <p:cTn id="728" fill="hold">
                            <p:stCondLst>
                              <p:cond delay="0"/>
                            </p:stCondLst>
                            <p:childTnLst>
                              <p:par>
                                <p:cTn id="729" nodeType="clickEffect" fill="hold" presetClass="entr" presetID="12" presetSubtype="4">
                                  <p:stCondLst>
                                    <p:cond delay="0"/>
                                  </p:stCondLst>
                                  <p:endCondLst>
                                    <p:cond delay="0" evt="begin"/>
                                  </p:endCondLst>
                                  <p:childTnLst>
                                    <p:set>
                                      <p:cBhvr>
                                        <p:cTn id="730" dur="1" fill="hold">
                                          <p:stCondLst>
                                            <p:cond delay="0"/>
                                          </p:stCondLst>
                                        </p:cTn>
                                        <p:tgtEl>
                                          <p:spTgt spid="627"/>
                                        </p:tgtEl>
                                        <p:attrNameLst>
                                          <p:attrName>style.visibility</p:attrName>
                                        </p:attrNameLst>
                                      </p:cBhvr>
                                      <p:to>
                                        <p:strVal val="visible"/>
                                      </p:to>
                                    </p:set>
                                    <p:anim calcmode="lin" valueType="num">
                                      <p:cBhvr additive="repl">
                                        <p:cTn id="731" dur="500"/>
                                        <p:tgtEl>
                                          <p:spTgt spid="627"/>
                                        </p:tgtEl>
                                        <p:attrNameLst>
                                          <p:attrName>ppt_y</p:attrName>
                                        </p:attrNameLst>
                                      </p:cBhvr>
                                      <p:tavLst>
                                        <p:tav tm="0">
                                          <p:val>
                                            <p:strVal val="#ppt_y+#ppt_h*1.125000"/>
                                          </p:val>
                                        </p:tav>
                                        <p:tav tm="100000">
                                          <p:val>
                                            <p:strVal val="#ppt_y"/>
                                          </p:val>
                                        </p:tav>
                                      </p:tavLst>
                                    </p:anim>
                                    <p:animEffect filter="wipe(up)" transition="in">
                                      <p:cBhvr additive="repl">
                                        <p:cTn id="732" dur="500"/>
                                        <p:tgtEl>
                                          <p:spTgt spid="627"/>
                                        </p:tgtEl>
                                      </p:cBhvr>
                                    </p:animEffect>
                                  </p:childTnLst>
                                </p:cTn>
                              </p:par>
                            </p:childTnLst>
                          </p:cTn>
                        </p:par>
                      </p:childTnLst>
                    </p:cTn>
                  </p:par>
                  <p:par>
                    <p:cTn id="733" fill="hold">
                      <p:stCondLst>
                        <p:cond delay="indefinite"/>
                      </p:stCondLst>
                      <p:childTnLst>
                        <p:par>
                          <p:cTn id="734" fill="hold">
                            <p:stCondLst>
                              <p:cond delay="0"/>
                            </p:stCondLst>
                            <p:childTnLst>
                              <p:par>
                                <p:cTn id="735" nodeType="clickEffect" fill="hold" presetClass="entr" presetID="12" presetSubtype="4">
                                  <p:stCondLst>
                                    <p:cond delay="0"/>
                                  </p:stCondLst>
                                  <p:childTnLst>
                                    <p:set>
                                      <p:cBhvr>
                                        <p:cTn id="736" dur="1" fill="hold">
                                          <p:stCondLst>
                                            <p:cond delay="0"/>
                                          </p:stCondLst>
                                        </p:cTn>
                                        <p:tgtEl>
                                          <p:spTgt spid="626">
                                            <p:txEl>
                                              <p:pRg st="0" end="0"/>
                                            </p:txEl>
                                          </p:spTgt>
                                        </p:tgtEl>
                                        <p:attrNameLst>
                                          <p:attrName>style.visibility</p:attrName>
                                        </p:attrNameLst>
                                      </p:cBhvr>
                                      <p:to>
                                        <p:strVal val="visible"/>
                                      </p:to>
                                    </p:set>
                                    <p:anim calcmode="lin" valueType="num">
                                      <p:cBhvr additive="repl">
                                        <p:cTn id="737" dur="500"/>
                                        <p:tgtEl>
                                          <p:spTgt spid="626">
                                            <p:txEl>
                                              <p:pRg st="0" end="0"/>
                                            </p:txEl>
                                          </p:spTgt>
                                        </p:tgtEl>
                                        <p:attrNameLst>
                                          <p:attrName>ppt_y</p:attrName>
                                        </p:attrNameLst>
                                      </p:cBhvr>
                                      <p:tavLst>
                                        <p:tav tm="0">
                                          <p:val>
                                            <p:strVal val="#ppt_y+#ppt_h*1.125000"/>
                                          </p:val>
                                        </p:tav>
                                        <p:tav tm="100000">
                                          <p:val>
                                            <p:strVal val="#ppt_y"/>
                                          </p:val>
                                        </p:tav>
                                      </p:tavLst>
                                    </p:anim>
                                    <p:animEffect filter="wipe(up)" transition="in">
                                      <p:cBhvr additive="repl">
                                        <p:cTn id="738" dur="500"/>
                                        <p:tgtEl>
                                          <p:spTgt spid="626">
                                            <p:txEl>
                                              <p:pRg st="0" end="0"/>
                                            </p:txEl>
                                          </p:spTgt>
                                        </p:tgtEl>
                                      </p:cBhvr>
                                    </p:animEffect>
                                  </p:childTnLst>
                                </p:cTn>
                              </p:par>
                            </p:childTnLst>
                          </p:cTn>
                        </p:par>
                      </p:childTnLst>
                    </p:cTn>
                  </p:par>
                  <p:par>
                    <p:cTn id="739" fill="hold">
                      <p:stCondLst>
                        <p:cond delay="indefinite"/>
                      </p:stCondLst>
                      <p:childTnLst>
                        <p:par>
                          <p:cTn id="740" fill="hold">
                            <p:stCondLst>
                              <p:cond delay="0"/>
                            </p:stCondLst>
                            <p:childTnLst>
                              <p:par>
                                <p:cTn id="741" nodeType="clickEffect" fill="hold" presetClass="entr" presetID="12" presetSubtype="4">
                                  <p:stCondLst>
                                    <p:cond delay="0"/>
                                  </p:stCondLst>
                                  <p:endCondLst>
                                    <p:cond delay="0" evt="begin"/>
                                  </p:endCondLst>
                                  <p:childTnLst>
                                    <p:set>
                                      <p:cBhvr>
                                        <p:cTn id="742" dur="1" fill="hold">
                                          <p:stCondLst>
                                            <p:cond delay="0"/>
                                          </p:stCondLst>
                                        </p:cTn>
                                        <p:tgtEl>
                                          <p:spTgt spid="628"/>
                                        </p:tgtEl>
                                        <p:attrNameLst>
                                          <p:attrName>style.visibility</p:attrName>
                                        </p:attrNameLst>
                                      </p:cBhvr>
                                      <p:to>
                                        <p:strVal val="visible"/>
                                      </p:to>
                                    </p:set>
                                    <p:anim calcmode="lin" valueType="num">
                                      <p:cBhvr additive="repl">
                                        <p:cTn id="743" dur="500"/>
                                        <p:tgtEl>
                                          <p:spTgt spid="628"/>
                                        </p:tgtEl>
                                        <p:attrNameLst>
                                          <p:attrName>ppt_y</p:attrName>
                                        </p:attrNameLst>
                                      </p:cBhvr>
                                      <p:tavLst>
                                        <p:tav tm="0">
                                          <p:val>
                                            <p:strVal val="#ppt_y+#ppt_h*1.125000"/>
                                          </p:val>
                                        </p:tav>
                                        <p:tav tm="100000">
                                          <p:val>
                                            <p:strVal val="#ppt_y"/>
                                          </p:val>
                                        </p:tav>
                                      </p:tavLst>
                                    </p:anim>
                                    <p:animEffect filter="wipe(up)" transition="in">
                                      <p:cBhvr additive="repl">
                                        <p:cTn id="744" dur="500"/>
                                        <p:tgtEl>
                                          <p:spTgt spid="628"/>
                                        </p:tgtEl>
                                      </p:cBhvr>
                                    </p:animEffect>
                                  </p:childTnLst>
                                </p:cTn>
                              </p:par>
                            </p:childTnLst>
                          </p:cTn>
                        </p:par>
                      </p:childTnLst>
                    </p:cTn>
                  </p:par>
                  <p:par>
                    <p:cTn id="745" fill="hold">
                      <p:stCondLst>
                        <p:cond delay="indefinite"/>
                      </p:stCondLst>
                      <p:childTnLst>
                        <p:par>
                          <p:cTn id="746" fill="hold">
                            <p:stCondLst>
                              <p:cond delay="0"/>
                            </p:stCondLst>
                            <p:childTnLst>
                              <p:par>
                                <p:cTn id="747" nodeType="clickEffect" fill="hold" presetClass="entr" presetID="12" presetSubtype="4">
                                  <p:stCondLst>
                                    <p:cond delay="0"/>
                                  </p:stCondLst>
                                  <p:endCondLst>
                                    <p:cond delay="0" evt="begin"/>
                                  </p:endCondLst>
                                  <p:childTnLst>
                                    <p:set>
                                      <p:cBhvr>
                                        <p:cTn id="748" dur="1" fill="hold">
                                          <p:stCondLst>
                                            <p:cond delay="0"/>
                                          </p:stCondLst>
                                        </p:cTn>
                                        <p:tgtEl>
                                          <p:spTgt spid="630"/>
                                        </p:tgtEl>
                                        <p:attrNameLst>
                                          <p:attrName>style.visibility</p:attrName>
                                        </p:attrNameLst>
                                      </p:cBhvr>
                                      <p:to>
                                        <p:strVal val="visible"/>
                                      </p:to>
                                    </p:set>
                                    <p:anim calcmode="lin" valueType="num">
                                      <p:cBhvr additive="repl">
                                        <p:cTn id="749" dur="500"/>
                                        <p:tgtEl>
                                          <p:spTgt spid="630"/>
                                        </p:tgtEl>
                                        <p:attrNameLst>
                                          <p:attrName>ppt_y</p:attrName>
                                        </p:attrNameLst>
                                      </p:cBhvr>
                                      <p:tavLst>
                                        <p:tav tm="0">
                                          <p:val>
                                            <p:strVal val="#ppt_y+#ppt_h*1.125000"/>
                                          </p:val>
                                        </p:tav>
                                        <p:tav tm="100000">
                                          <p:val>
                                            <p:strVal val="#ppt_y"/>
                                          </p:val>
                                        </p:tav>
                                      </p:tavLst>
                                    </p:anim>
                                    <p:animEffect filter="wipe(up)" transition="in">
                                      <p:cBhvr additive="repl">
                                        <p:cTn id="750" dur="500"/>
                                        <p:tgtEl>
                                          <p:spTgt spid="630"/>
                                        </p:tgtEl>
                                      </p:cBhvr>
                                    </p:animEffect>
                                  </p:childTnLst>
                                </p:cTn>
                              </p:par>
                            </p:childTnLst>
                          </p:cTn>
                        </p:par>
                      </p:childTnLst>
                    </p:cTn>
                  </p:par>
                  <p:par>
                    <p:cTn id="751" fill="hold">
                      <p:stCondLst>
                        <p:cond delay="indefinite"/>
                      </p:stCondLst>
                      <p:childTnLst>
                        <p:par>
                          <p:cTn id="752" fill="hold">
                            <p:stCondLst>
                              <p:cond delay="0"/>
                            </p:stCondLst>
                            <p:childTnLst>
                              <p:par>
                                <p:cTn id="753" nodeType="clickEffect" fill="hold" presetClass="entr" presetID="12" presetSubtype="4">
                                  <p:stCondLst>
                                    <p:cond delay="0"/>
                                  </p:stCondLst>
                                  <p:endCondLst>
                                    <p:cond delay="0" evt="begin"/>
                                  </p:endCondLst>
                                  <p:childTnLst>
                                    <p:set>
                                      <p:cBhvr>
                                        <p:cTn id="754" dur="1" fill="hold">
                                          <p:stCondLst>
                                            <p:cond delay="0"/>
                                          </p:stCondLst>
                                        </p:cTn>
                                        <p:tgtEl>
                                          <p:spTgt spid="629"/>
                                        </p:tgtEl>
                                        <p:attrNameLst>
                                          <p:attrName>style.visibility</p:attrName>
                                        </p:attrNameLst>
                                      </p:cBhvr>
                                      <p:to>
                                        <p:strVal val="visible"/>
                                      </p:to>
                                    </p:set>
                                    <p:anim calcmode="lin" valueType="num">
                                      <p:cBhvr additive="repl">
                                        <p:cTn id="755" dur="500"/>
                                        <p:tgtEl>
                                          <p:spTgt spid="629"/>
                                        </p:tgtEl>
                                        <p:attrNameLst>
                                          <p:attrName>ppt_y</p:attrName>
                                        </p:attrNameLst>
                                      </p:cBhvr>
                                      <p:tavLst>
                                        <p:tav tm="0">
                                          <p:val>
                                            <p:strVal val="#ppt_y+#ppt_h*1.125000"/>
                                          </p:val>
                                        </p:tav>
                                        <p:tav tm="100000">
                                          <p:val>
                                            <p:strVal val="#ppt_y"/>
                                          </p:val>
                                        </p:tav>
                                      </p:tavLst>
                                    </p:anim>
                                    <p:animEffect filter="wipe(up)" transition="in">
                                      <p:cBhvr additive="repl">
                                        <p:cTn id="756" dur="500"/>
                                        <p:tgtEl>
                                          <p:spTgt spid="629"/>
                                        </p:tgtEl>
                                      </p:cBhvr>
                                    </p:animEffect>
                                  </p:childTnLst>
                                </p:cTn>
                              </p:par>
                            </p:childTnLst>
                          </p:cTn>
                        </p:par>
                      </p:childTnLst>
                    </p:cTn>
                  </p:par>
                  <p:par>
                    <p:cTn id="757" fill="hold">
                      <p:stCondLst>
                        <p:cond delay="indefinite"/>
                      </p:stCondLst>
                      <p:childTnLst>
                        <p:par>
                          <p:cTn id="758" fill="hold">
                            <p:stCondLst>
                              <p:cond delay="0"/>
                            </p:stCondLst>
                            <p:childTnLst>
                              <p:par>
                                <p:cTn id="759" nodeType="clickEffect" fill="hold" presetClass="entr" presetID="12" presetSubtype="4">
                                  <p:stCondLst>
                                    <p:cond delay="0"/>
                                  </p:stCondLst>
                                  <p:childTnLst>
                                    <p:set>
                                      <p:cBhvr>
                                        <p:cTn id="760" dur="1" fill="hold">
                                          <p:stCondLst>
                                            <p:cond delay="0"/>
                                          </p:stCondLst>
                                        </p:cTn>
                                        <p:tgtEl>
                                          <p:spTgt spid="631"/>
                                        </p:tgtEl>
                                        <p:attrNameLst>
                                          <p:attrName>style.visibility</p:attrName>
                                        </p:attrNameLst>
                                      </p:cBhvr>
                                      <p:to>
                                        <p:strVal val="visible"/>
                                      </p:to>
                                    </p:set>
                                    <p:anim calcmode="lin" valueType="num">
                                      <p:cBhvr additive="repl">
                                        <p:cTn id="761" dur="500"/>
                                        <p:tgtEl>
                                          <p:spTgt spid="631"/>
                                        </p:tgtEl>
                                        <p:attrNameLst>
                                          <p:attrName>ppt_y</p:attrName>
                                        </p:attrNameLst>
                                      </p:cBhvr>
                                      <p:tavLst>
                                        <p:tav tm="0">
                                          <p:val>
                                            <p:strVal val="#ppt_y+#ppt_h*1.125000"/>
                                          </p:val>
                                        </p:tav>
                                        <p:tav tm="100000">
                                          <p:val>
                                            <p:strVal val="#ppt_y"/>
                                          </p:val>
                                        </p:tav>
                                      </p:tavLst>
                                    </p:anim>
                                    <p:animEffect filter="wipe(up)" transition="in">
                                      <p:cBhvr additive="repl">
                                        <p:cTn id="762" dur="5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1372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dc:description/>
  <dc:language>en-US</dc:language>
  <cp:lastModifiedBy/>
  <dcterms:modified xsi:type="dcterms:W3CDTF">2026-09-10T17:55:00Z</dcterms:modified>
  <cp:revision>100</cp:revision>
  <dc:subject/>
  <dc:title>MASKED HUNTERS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r8>1</vt:r8>
  </property>
  <property fmtid="{D5CDD505-2E9C-101B-9397-08002B2CF9AE}" pid="4" name="PresentationFormat">
    <vt:lpwstr>Widescreen</vt:lpwstr>
  </property>
  <property fmtid="{D5CDD505-2E9C-101B-9397-08002B2CF9AE}" pid="5" name="Slides">
    <vt:r8>14</vt:r8>
  </property>
</Properties>
</file>